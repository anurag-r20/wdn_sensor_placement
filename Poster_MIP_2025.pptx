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7D664C93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44805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621414-D78B-5F31-0ABC-ED131C3635B6}" name="David Esteban Bernal Neira" initials="DB" userId="S::dbernaln@purdue.edu::fc5fcd6a-0b47-4ed7-8c58-aa8fbeb7fb21" providerId="AD"/>
  <p188:author id="{92FEB11C-8A23-B448-F4DF-3E9E7D14D4D5}" name="Anurag Ramesh" initials="AR" userId="S::rames102@purdue.edu::10d34ed9-9826-4a8d-9d57-780025067f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A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94066-215A-834A-E7D0-7CE645769C10}" v="137" dt="2025-10-17T20:07:53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26" d="100"/>
          <a:sy n="26" d="100"/>
        </p:scale>
        <p:origin x="13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7D664C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8439DC-62A1-4842-B9B6-06B826DBCF78}" authorId="{CE621414-D78B-5F31-0ABC-ED131C3635B6}" status="resolved" created="2025-05-23T18:38:22.41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03856275" sldId="256"/>
      <ac:spMk id="214" creationId="{EB5E2827-7D9F-9FC0-2327-F6CB81E70825}"/>
    </ac:deMkLst>
    <p188:txBody>
      <a:bodyPr/>
      <a:lstStyle/>
      <a:p>
        <a:r>
          <a:rPr lang="en-US"/>
          <a:t>There is some empty space here, can you increase the font then?
</a:t>
        </a:r>
      </a:p>
    </p188:txBody>
  </p188:cm>
  <p188:cm id="{145F324E-0FCE-4C56-AD56-93F9DC9B8C71}" authorId="{CE621414-D78B-5F31-0ABC-ED131C3635B6}" status="resolved" created="2025-05-23T18:38:49.334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03856275" sldId="256"/>
      <ac:picMk id="1034" creationId="{81D83C31-EC3B-6A2E-C3D4-7FA8E4301E82}"/>
    </ac:deMkLst>
    <p188:replyLst>
      <p188:reply id="{D60D4FD1-96E4-43F4-BEA7-91F2C5B96B82}" authorId="{CE621414-D78B-5F31-0ABC-ED131C3635B6}" created="2025-05-23T18:41:00.284">
        <p188:txBody>
          <a:bodyPr/>
          <a:lstStyle/>
          <a:p>
            <a:r>
              <a:rPr lang="en-US"/>
              <a:t>But replace the image with the one I left below</a:t>
            </a:r>
          </a:p>
        </p188:txBody>
      </p188:reply>
    </p188:replyLst>
    <p188:txBody>
      <a:bodyPr/>
      <a:lstStyle/>
      <a:p>
        <a:r>
          <a:rPr lang="en-US"/>
          <a:t>We do not use adiabatic evolution. We use quantum annealing</a:t>
        </a:r>
      </a:p>
    </p188:txBody>
  </p188:cm>
  <p188:cm id="{2E0CBBC7-37FD-4B24-831E-B6731AAFB5B0}" authorId="{CE621414-D78B-5F31-0ABC-ED131C3635B6}" status="resolved" created="2025-05-23T18:41:15.46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03856275" sldId="256"/>
      <ac:spMk id="37" creationId="{BFE9CA78-D78C-5EE3-FBF3-8202AD1BC68E}"/>
    </ac:deMkLst>
    <p188:txBody>
      <a:bodyPr/>
      <a:lstStyle/>
      <a:p>
        <a:r>
          <a:rPr lang="en-US"/>
          <a:t>Quantum Annealing Schedule</a:t>
        </a:r>
      </a:p>
    </p188:txBody>
  </p188:cm>
  <p188:cm id="{49642501-51F1-4439-ABE8-E71861D652A1}" authorId="{CE621414-D78B-5F31-0ABC-ED131C3635B6}" status="resolved" created="2025-05-23T18:41:39.23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03856275" sldId="256"/>
      <ac:spMk id="129" creationId="{08FFD692-25DC-7E9C-B3DF-82E276C6AD7B}"/>
    </ac:deMkLst>
    <p188:txBody>
      <a:bodyPr/>
      <a:lstStyle/>
      <a:p>
        <a:r>
          <a:rPr lang="en-US"/>
          <a:t>The font here is too big….</a:t>
        </a:r>
      </a:p>
    </p188:txBody>
  </p188:cm>
  <p188:cm id="{F2DC6E1F-1969-499C-9666-DA07F1C8A553}" authorId="{CE621414-D78B-5F31-0ABC-ED131C3635B6}" status="resolved" created="2025-05-23T18:41:53.58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03856275" sldId="256"/>
      <ac:spMk id="178" creationId="{848927FE-3E91-B9F2-BD7E-96832D06D05E}"/>
    </ac:deMkLst>
    <p188:txBody>
      <a:bodyPr/>
      <a:lstStyle/>
      <a:p>
        <a:r>
          <a:rPr lang="en-US"/>
          <a:t>And the font here is too small</a:t>
        </a:r>
      </a:p>
    </p188:txBody>
  </p188:cm>
  <p188:cm id="{CCFD4617-AEE8-4EA8-B8D5-8A274A96F046}" authorId="{CE621414-D78B-5F31-0ABC-ED131C3635B6}" status="resolved" created="2025-05-23T18:42:45.67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03856275" sldId="256"/>
      <ac:spMk id="183" creationId="{20372B17-3603-9096-A83E-8730338277CD}"/>
    </ac:deMkLst>
    <p188:txBody>
      <a:bodyPr/>
      <a:lstStyle/>
      <a:p>
        <a:r>
          <a:rPr lang="en-US"/>
          <a:t>Add acknowledgement to CQT for funding, Gurobi for free license, D-Wave for access to their machine. Report Gurobi version
</a:t>
        </a:r>
      </a:p>
    </p188:txBody>
  </p188:cm>
  <p188:cm id="{9FE22FBD-49EE-4011-BD2C-485332813685}" authorId="{CE621414-D78B-5F31-0ABC-ED131C3635B6}" status="resolved" created="2025-05-28T22:29:59.34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03856275" sldId="256"/>
      <ac:spMk id="247" creationId="{04C6BCD3-EC03-94E8-E38F-08730B4C43D4}"/>
      <ac:txMk cp="0">
        <ac:context len="1" hash="13"/>
      </ac:txMk>
    </ac:txMkLst>
    <p188:txBody>
      <a:bodyPr/>
      <a:lstStyle/>
      <a:p>
        <a:r>
          <a:rPr lang="en-US"/>
          <a:t>There have to be more conclusions here
</a:t>
        </a:r>
      </a:p>
    </p188:txBody>
  </p188:cm>
  <p188:cm id="{26D03675-DD4E-4E7F-8271-E225FEAE7A26}" authorId="{CE621414-D78B-5F31-0ABC-ED131C3635B6}" status="resolved" created="2025-10-17T19:37:58.81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03856275" sldId="256"/>
      <ac:picMk id="154" creationId="{245C5D54-3371-B1F7-268F-E2475DA65C7C}"/>
    </ac:deMkLst>
    <p188:txBody>
      <a:bodyPr/>
      <a:lstStyle/>
      <a:p>
        <a:r>
          <a:rPr lang="en-US"/>
          <a:t>Add title to QR</a:t>
        </a:r>
      </a:p>
    </p188:txBody>
  </p188:cm>
  <p188:cm id="{BAED882C-C4AF-4698-8BB4-A0EB7BA3666A}" authorId="{CE621414-D78B-5F31-0ABC-ED131C3635B6}" status="resolved" created="2025-10-17T19:38:07.01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03856275" sldId="256"/>
      <ac:spMk id="150" creationId="{54254CB1-5E44-4EB5-2A58-7D5E028D8EA1}"/>
      <ac:txMk cp="5" len="43">
        <ac:context len="70" hash="2410943712"/>
      </ac:txMk>
    </ac:txMkLst>
    <p188:pos x="22823330" y="915370"/>
    <p188:txBody>
      <a:bodyPr/>
      <a:lstStyle/>
      <a:p>
        <a:r>
          <a:rPr lang="en-US"/>
          <a:t>Update to AIChE</a:t>
        </a:r>
      </a:p>
    </p188:txBody>
  </p188:cm>
  <p188:cm id="{D4E949C4-32C1-4B4B-8CB0-860D7D4C4FF3}" authorId="{CE621414-D78B-5F31-0ABC-ED131C3635B6}" created="2025-10-17T19:38:16.6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03856275" sldId="256"/>
      <ac:spMk id="149" creationId="{3170C47C-EF22-7715-FAD5-95FDE0D82A94}"/>
      <ac:txMk cp="41" len="6">
        <ac:context len="59" hash="2737056678"/>
      </ac:txMk>
    </ac:txMkLst>
    <p188:pos x="12379683" y="735404"/>
    <p188:txBody>
      <a:bodyPr/>
      <a:lstStyle/>
      <a:p>
        <a:r>
          <a:rPr lang="en-US"/>
          <a:t>Include department name</a:t>
        </a:r>
      </a:p>
    </p188:txBody>
  </p188:cm>
</p188:cmLst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434674-F8FA-4EA7-9E2E-62390CABFE1A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12D372C-724A-4A15-85F7-D0F7528DADDC}">
      <dgm:prSet phldrT="[Text]" custT="1"/>
      <dgm:spPr/>
      <dgm:t>
        <a:bodyPr/>
        <a:lstStyle/>
        <a:p>
          <a:r>
            <a:rPr lang="en-US" sz="2400" dirty="0">
              <a:latin typeface="+mn-lt"/>
              <a:cs typeface="Times New Roman" panose="02020603050405020304" pitchFamily="18" charset="0"/>
            </a:rPr>
            <a:t>Performance Metrics</a:t>
          </a:r>
        </a:p>
      </dgm:t>
    </dgm:pt>
    <dgm:pt modelId="{454E0C53-BE20-451E-8C56-F7182FFD3F1D}" type="parTrans" cxnId="{3E12CE53-5314-4136-A0DF-1045AD8CA4CF}">
      <dgm:prSet/>
      <dgm:spPr/>
      <dgm:t>
        <a:bodyPr/>
        <a:lstStyle/>
        <a:p>
          <a:endParaRPr lang="en-US"/>
        </a:p>
      </dgm:t>
    </dgm:pt>
    <dgm:pt modelId="{A71AA285-8896-4107-ACB1-5AB3DB8134EE}" type="sibTrans" cxnId="{3E12CE53-5314-4136-A0DF-1045AD8CA4CF}">
      <dgm:prSet/>
      <dgm:spPr/>
      <dgm:t>
        <a:bodyPr/>
        <a:lstStyle/>
        <a:p>
          <a:endParaRPr lang="en-US"/>
        </a:p>
      </dgm:t>
    </dgm:pt>
    <dgm:pt modelId="{70D96060-93C2-4AF3-892C-B2FBC4AF989F}">
      <dgm:prSet phldrT="[Text]" custT="1"/>
      <dgm:spPr/>
      <dgm:t>
        <a:bodyPr/>
        <a:lstStyle/>
        <a:p>
          <a:r>
            <a:rPr lang="en-US" sz="2400" dirty="0">
              <a:latin typeface="+mn-lt"/>
              <a:cs typeface="Times New Roman" panose="02020603050405020304" pitchFamily="18" charset="0"/>
            </a:rPr>
            <a:t>Time To Target (TTT)</a:t>
          </a:r>
        </a:p>
      </dgm:t>
    </dgm:pt>
    <dgm:pt modelId="{A9EFACBC-87BE-404F-BC48-E51693C97FC7}" type="parTrans" cxnId="{378A37B9-CE61-4D62-979D-C1DA4BF91C8C}">
      <dgm:prSet/>
      <dgm:spPr/>
      <dgm:t>
        <a:bodyPr/>
        <a:lstStyle/>
        <a:p>
          <a:endParaRPr lang="en-US"/>
        </a:p>
      </dgm:t>
    </dgm:pt>
    <dgm:pt modelId="{DA0F1BC9-C3E7-4436-A964-E67E572B4EE2}" type="sibTrans" cxnId="{378A37B9-CE61-4D62-979D-C1DA4BF91C8C}">
      <dgm:prSet/>
      <dgm:spPr/>
      <dgm:t>
        <a:bodyPr/>
        <a:lstStyle/>
        <a:p>
          <a:endParaRPr lang="en-US"/>
        </a:p>
      </dgm:t>
    </dgm:pt>
    <dgm:pt modelId="{2F799277-BC20-4447-9FB6-7CE4AE32EBE2}">
      <dgm:prSet phldrT="[Text]" custT="1"/>
      <dgm:spPr/>
      <dgm:t>
        <a:bodyPr/>
        <a:lstStyle/>
        <a:p>
          <a:r>
            <a:rPr lang="en-US" sz="2400" dirty="0">
              <a:latin typeface="+mn-lt"/>
              <a:cs typeface="Times New Roman" panose="02020603050405020304" pitchFamily="18" charset="0"/>
            </a:rPr>
            <a:t>Objective Solution</a:t>
          </a:r>
        </a:p>
      </dgm:t>
    </dgm:pt>
    <dgm:pt modelId="{20D4C1A1-2035-46C0-8012-8DA4FFAF5E40}" type="parTrans" cxnId="{A7BB15E4-7225-41BB-AD8B-4C879438C4DC}">
      <dgm:prSet/>
      <dgm:spPr/>
      <dgm:t>
        <a:bodyPr/>
        <a:lstStyle/>
        <a:p>
          <a:endParaRPr lang="en-US"/>
        </a:p>
      </dgm:t>
    </dgm:pt>
    <dgm:pt modelId="{1DD6E167-1D3D-41E2-899D-E7FB5C6C814D}" type="sibTrans" cxnId="{A7BB15E4-7225-41BB-AD8B-4C879438C4D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690B3400-D624-4F58-8B1C-E3EDFAC41745}">
          <dgm:prSet custT="1"/>
          <dgm:spPr/>
          <dgm:t>
            <a:bodyPr/>
            <a:lstStyle/>
            <a:p>
              <a:pPr algn="l"/>
              <a:r>
                <a:rPr lang="en-US" sz="2400" dirty="0"/>
                <a:t> TT_Best (</a:t>
              </a:r>
              <a14:m>
                <m:oMath xmlns:m="http://schemas.openxmlformats.org/officeDocument/2006/math">
                  <m:r>
                    <a:rPr lang="en-US" sz="2400" b="0" i="1" smtClean="0">
                      <a:latin typeface="Cambria Math" panose="02040503050406030204" pitchFamily="18" charset="0"/>
                    </a:rPr>
                    <m:t>≤1%</m:t>
                  </m:r>
                </m:oMath>
              </a14:m>
              <a:r>
                <a:rPr lang="en-US" sz="2400" dirty="0"/>
                <a:t> Gurobi optimum) </a:t>
              </a:r>
            </a:p>
          </dgm:t>
        </dgm:pt>
      </mc:Choice>
      <mc:Fallback xmlns="">
        <dgm:pt modelId="{690B3400-D624-4F58-8B1C-E3EDFAC41745}">
          <dgm:prSet custT="1"/>
          <dgm:spPr/>
          <dgm:t>
            <a:bodyPr/>
            <a:lstStyle/>
            <a:p>
              <a:pPr algn="l"/>
              <a:r>
                <a:rPr lang="en-US" sz="2400" dirty="0"/>
                <a:t> TT_Best (</a:t>
              </a:r>
              <a:r>
                <a:rPr lang="en-US" sz="2400" b="0" i="0">
                  <a:latin typeface="Cambria Math" panose="02040503050406030204" pitchFamily="18" charset="0"/>
                </a:rPr>
                <a:t>≤1%</a:t>
              </a:r>
              <a:r>
                <a:rPr lang="en-US" sz="2400" dirty="0"/>
                <a:t> Gurobi optimum) </a:t>
              </a:r>
            </a:p>
          </dgm:t>
        </dgm:pt>
      </mc:Fallback>
    </mc:AlternateContent>
    <dgm:pt modelId="{DC50F8C3-DA3B-45B0-A996-2066D9A8E12C}" type="parTrans" cxnId="{1A45AA2F-18B5-41DF-B058-C922FA7162C3}">
      <dgm:prSet/>
      <dgm:spPr/>
      <dgm:t>
        <a:bodyPr/>
        <a:lstStyle/>
        <a:p>
          <a:endParaRPr lang="en-US"/>
        </a:p>
      </dgm:t>
    </dgm:pt>
    <dgm:pt modelId="{1BBFC072-EC7C-4159-A538-4CEA96DE306D}" type="sibTrans" cxnId="{1A45AA2F-18B5-41DF-B058-C922FA7162C3}">
      <dgm:prSet/>
      <dgm:spPr/>
      <dgm:t>
        <a:bodyPr/>
        <a:lstStyle/>
        <a:p>
          <a:endParaRPr lang="en-US"/>
        </a:p>
      </dgm:t>
    </dgm:pt>
    <dgm:pt modelId="{EE4195E1-EC29-4B75-ABA9-072B909D056E}">
      <dgm:prSet custT="1"/>
      <dgm:spPr/>
      <dgm:t>
        <a:bodyPr/>
        <a:lstStyle/>
        <a:p>
          <a:r>
            <a:rPr lang="en-US" sz="2400" dirty="0"/>
            <a:t>TT_Feasible</a:t>
          </a:r>
        </a:p>
      </dgm:t>
    </dgm:pt>
    <dgm:pt modelId="{98D93024-E4BD-4B72-8998-11222410DEF2}" type="parTrans" cxnId="{705FA48C-C14A-4C25-A27A-30669DE5759F}">
      <dgm:prSet/>
      <dgm:spPr/>
      <dgm:t>
        <a:bodyPr/>
        <a:lstStyle/>
        <a:p>
          <a:endParaRPr lang="en-US"/>
        </a:p>
      </dgm:t>
    </dgm:pt>
    <dgm:pt modelId="{49C7540D-D1F0-4B83-B354-837E21BA67BB}" type="sibTrans" cxnId="{705FA48C-C14A-4C25-A27A-30669DE5759F}">
      <dgm:prSet/>
      <dgm:spPr/>
      <dgm:t>
        <a:bodyPr/>
        <a:lstStyle/>
        <a:p>
          <a:endParaRPr lang="en-US"/>
        </a:p>
      </dgm:t>
    </dgm:pt>
    <dgm:pt modelId="{C98445C4-19A3-4C78-AAFD-9E541CB54410}">
      <dgm:prSet custT="1"/>
      <dgm:spPr/>
      <dgm:t>
        <a:bodyPr/>
        <a:lstStyle/>
        <a:p>
          <a:r>
            <a:rPr lang="en-US" sz="2400" dirty="0"/>
            <a:t>Best </a:t>
          </a:r>
        </a:p>
      </dgm:t>
    </dgm:pt>
    <dgm:pt modelId="{07D3D220-4CA8-4614-A7B2-6BB5AF1C35C6}" type="parTrans" cxnId="{6C270633-6D41-4267-919D-5EEBDB3EF197}">
      <dgm:prSet/>
      <dgm:spPr/>
      <dgm:t>
        <a:bodyPr/>
        <a:lstStyle/>
        <a:p>
          <a:endParaRPr lang="en-US"/>
        </a:p>
      </dgm:t>
    </dgm:pt>
    <dgm:pt modelId="{0C263E60-7A3B-4329-AA19-71F183D5EA4F}" type="sibTrans" cxnId="{6C270633-6D41-4267-919D-5EEBDB3EF197}">
      <dgm:prSet/>
      <dgm:spPr/>
      <dgm:t>
        <a:bodyPr/>
        <a:lstStyle/>
        <a:p>
          <a:endParaRPr lang="en-US"/>
        </a:p>
      </dgm:t>
    </dgm:pt>
    <dgm:pt modelId="{283C863C-0D63-456F-8A14-C9AFAEE5273A}">
      <dgm:prSet custT="1"/>
      <dgm:spPr/>
      <dgm:t>
        <a:bodyPr/>
        <a:lstStyle/>
        <a:p>
          <a:r>
            <a:rPr lang="en-US" sz="2400" dirty="0"/>
            <a:t>Feasible</a:t>
          </a:r>
        </a:p>
      </dgm:t>
    </dgm:pt>
    <dgm:pt modelId="{22B13F9D-48B0-41A0-8BBB-7E9F9A0A8336}" type="parTrans" cxnId="{94D8BC1C-F635-496E-A41C-AEABB0C030F6}">
      <dgm:prSet/>
      <dgm:spPr/>
      <dgm:t>
        <a:bodyPr/>
        <a:lstStyle/>
        <a:p>
          <a:endParaRPr lang="en-US"/>
        </a:p>
      </dgm:t>
    </dgm:pt>
    <dgm:pt modelId="{219B3A7B-0FA6-4C22-9E69-2D04279CE123}" type="sibTrans" cxnId="{94D8BC1C-F635-496E-A41C-AEABB0C030F6}">
      <dgm:prSet/>
      <dgm:spPr/>
      <dgm:t>
        <a:bodyPr/>
        <a:lstStyle/>
        <a:p>
          <a:endParaRPr lang="en-US"/>
        </a:p>
      </dgm:t>
    </dgm:pt>
    <dgm:pt modelId="{2D75AE9F-3143-43B3-9217-C2877F7F4529}" type="pres">
      <dgm:prSet presAssocID="{7E434674-F8FA-4EA7-9E2E-62390CABFE1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60ABB70-EF68-46BC-896C-54E5186363F4}" type="pres">
      <dgm:prSet presAssocID="{412D372C-724A-4A15-85F7-D0F7528DADDC}" presName="hierRoot1" presStyleCnt="0">
        <dgm:presLayoutVars>
          <dgm:hierBranch val="init"/>
        </dgm:presLayoutVars>
      </dgm:prSet>
      <dgm:spPr/>
    </dgm:pt>
    <dgm:pt modelId="{6961789F-1358-483B-8605-1C9301B83188}" type="pres">
      <dgm:prSet presAssocID="{412D372C-724A-4A15-85F7-D0F7528DADDC}" presName="rootComposite1" presStyleCnt="0"/>
      <dgm:spPr/>
    </dgm:pt>
    <dgm:pt modelId="{2BDCBC29-C2A5-455F-85A9-7397332F7204}" type="pres">
      <dgm:prSet presAssocID="{412D372C-724A-4A15-85F7-D0F7528DADDC}" presName="rootText1" presStyleLbl="node0" presStyleIdx="0" presStyleCnt="1" custScaleX="123510">
        <dgm:presLayoutVars>
          <dgm:chPref val="3"/>
        </dgm:presLayoutVars>
      </dgm:prSet>
      <dgm:spPr/>
    </dgm:pt>
    <dgm:pt modelId="{4180A541-D0AF-4B2A-847E-EC68CDABCADF}" type="pres">
      <dgm:prSet presAssocID="{412D372C-724A-4A15-85F7-D0F7528DADDC}" presName="rootConnector1" presStyleLbl="node1" presStyleIdx="0" presStyleCnt="0"/>
      <dgm:spPr/>
    </dgm:pt>
    <dgm:pt modelId="{CA39AE2D-A573-4A02-B53E-40D89A85107D}" type="pres">
      <dgm:prSet presAssocID="{412D372C-724A-4A15-85F7-D0F7528DADDC}" presName="hierChild2" presStyleCnt="0"/>
      <dgm:spPr/>
    </dgm:pt>
    <dgm:pt modelId="{1B0201C7-1624-44CD-BC12-7AE2D24406D8}" type="pres">
      <dgm:prSet presAssocID="{20D4C1A1-2035-46C0-8012-8DA4FFAF5E40}" presName="Name37" presStyleLbl="parChTrans1D2" presStyleIdx="0" presStyleCnt="2"/>
      <dgm:spPr/>
    </dgm:pt>
    <dgm:pt modelId="{9FB53CCE-B628-41E6-8D43-8E29F52FC9AB}" type="pres">
      <dgm:prSet presAssocID="{2F799277-BC20-4447-9FB6-7CE4AE32EBE2}" presName="hierRoot2" presStyleCnt="0">
        <dgm:presLayoutVars>
          <dgm:hierBranch val="init"/>
        </dgm:presLayoutVars>
      </dgm:prSet>
      <dgm:spPr/>
    </dgm:pt>
    <dgm:pt modelId="{6194F2F0-4F43-4546-AEBA-C152BA16270D}" type="pres">
      <dgm:prSet presAssocID="{2F799277-BC20-4447-9FB6-7CE4AE32EBE2}" presName="rootComposite" presStyleCnt="0"/>
      <dgm:spPr/>
    </dgm:pt>
    <dgm:pt modelId="{0C60D4E4-68B2-4F31-8D17-036808FFD255}" type="pres">
      <dgm:prSet presAssocID="{2F799277-BC20-4447-9FB6-7CE4AE32EBE2}" presName="rootText" presStyleLbl="node2" presStyleIdx="0" presStyleCnt="2" custScaleX="109109">
        <dgm:presLayoutVars>
          <dgm:chPref val="3"/>
        </dgm:presLayoutVars>
      </dgm:prSet>
      <dgm:spPr/>
    </dgm:pt>
    <dgm:pt modelId="{3599D8D5-C728-4CB4-BE77-AC843EAE4174}" type="pres">
      <dgm:prSet presAssocID="{2F799277-BC20-4447-9FB6-7CE4AE32EBE2}" presName="rootConnector" presStyleLbl="node2" presStyleIdx="0" presStyleCnt="2"/>
      <dgm:spPr/>
    </dgm:pt>
    <dgm:pt modelId="{B2669F50-0FEB-4C75-965B-B29CC4255283}" type="pres">
      <dgm:prSet presAssocID="{2F799277-BC20-4447-9FB6-7CE4AE32EBE2}" presName="hierChild4" presStyleCnt="0"/>
      <dgm:spPr/>
    </dgm:pt>
    <dgm:pt modelId="{38B157EB-9AFF-42FD-9811-66D72641409E}" type="pres">
      <dgm:prSet presAssocID="{07D3D220-4CA8-4614-A7B2-6BB5AF1C35C6}" presName="Name37" presStyleLbl="parChTrans1D3" presStyleIdx="0" presStyleCnt="4"/>
      <dgm:spPr/>
    </dgm:pt>
    <dgm:pt modelId="{D87CB3B5-5BB7-4E34-9750-F5DB67316E7F}" type="pres">
      <dgm:prSet presAssocID="{C98445C4-19A3-4C78-AAFD-9E541CB54410}" presName="hierRoot2" presStyleCnt="0">
        <dgm:presLayoutVars>
          <dgm:hierBranch val="init"/>
        </dgm:presLayoutVars>
      </dgm:prSet>
      <dgm:spPr/>
    </dgm:pt>
    <dgm:pt modelId="{6F2047C2-34BB-4B3A-BCF8-883A162D6C63}" type="pres">
      <dgm:prSet presAssocID="{C98445C4-19A3-4C78-AAFD-9E541CB54410}" presName="rootComposite" presStyleCnt="0"/>
      <dgm:spPr/>
    </dgm:pt>
    <dgm:pt modelId="{EE922643-D301-4F37-82AE-38E48B5000E1}" type="pres">
      <dgm:prSet presAssocID="{C98445C4-19A3-4C78-AAFD-9E541CB54410}" presName="rootText" presStyleLbl="node3" presStyleIdx="0" presStyleCnt="4">
        <dgm:presLayoutVars>
          <dgm:chPref val="3"/>
        </dgm:presLayoutVars>
      </dgm:prSet>
      <dgm:spPr/>
    </dgm:pt>
    <dgm:pt modelId="{639EFF6F-F437-45EB-A8A5-64A823D6556B}" type="pres">
      <dgm:prSet presAssocID="{C98445C4-19A3-4C78-AAFD-9E541CB54410}" presName="rootConnector" presStyleLbl="node3" presStyleIdx="0" presStyleCnt="4"/>
      <dgm:spPr/>
    </dgm:pt>
    <dgm:pt modelId="{A323D2C5-F316-45E3-9BFD-FF30F199A083}" type="pres">
      <dgm:prSet presAssocID="{C98445C4-19A3-4C78-AAFD-9E541CB54410}" presName="hierChild4" presStyleCnt="0"/>
      <dgm:spPr/>
    </dgm:pt>
    <dgm:pt modelId="{2CFAFADF-D44F-41B4-9A83-1D457E5762FD}" type="pres">
      <dgm:prSet presAssocID="{C98445C4-19A3-4C78-AAFD-9E541CB54410}" presName="hierChild5" presStyleCnt="0"/>
      <dgm:spPr/>
    </dgm:pt>
    <dgm:pt modelId="{01EE0890-00E3-404C-880D-B960424FDE93}" type="pres">
      <dgm:prSet presAssocID="{22B13F9D-48B0-41A0-8BBB-7E9F9A0A8336}" presName="Name37" presStyleLbl="parChTrans1D3" presStyleIdx="1" presStyleCnt="4"/>
      <dgm:spPr/>
    </dgm:pt>
    <dgm:pt modelId="{9DD25535-BED4-4B2E-9452-26FA7631F52C}" type="pres">
      <dgm:prSet presAssocID="{283C863C-0D63-456F-8A14-C9AFAEE5273A}" presName="hierRoot2" presStyleCnt="0">
        <dgm:presLayoutVars>
          <dgm:hierBranch val="init"/>
        </dgm:presLayoutVars>
      </dgm:prSet>
      <dgm:spPr/>
    </dgm:pt>
    <dgm:pt modelId="{95097321-183C-4CA2-B295-0EF280E11FC7}" type="pres">
      <dgm:prSet presAssocID="{283C863C-0D63-456F-8A14-C9AFAEE5273A}" presName="rootComposite" presStyleCnt="0"/>
      <dgm:spPr/>
    </dgm:pt>
    <dgm:pt modelId="{85039C95-42C4-4299-B4D2-204B2FBFCB81}" type="pres">
      <dgm:prSet presAssocID="{283C863C-0D63-456F-8A14-C9AFAEE5273A}" presName="rootText" presStyleLbl="node3" presStyleIdx="1" presStyleCnt="4">
        <dgm:presLayoutVars>
          <dgm:chPref val="3"/>
        </dgm:presLayoutVars>
      </dgm:prSet>
      <dgm:spPr/>
    </dgm:pt>
    <dgm:pt modelId="{158CCD3A-6226-4152-BBF7-ECB34DAF84DC}" type="pres">
      <dgm:prSet presAssocID="{283C863C-0D63-456F-8A14-C9AFAEE5273A}" presName="rootConnector" presStyleLbl="node3" presStyleIdx="1" presStyleCnt="4"/>
      <dgm:spPr/>
    </dgm:pt>
    <dgm:pt modelId="{E282C691-4441-4631-A307-930149467A72}" type="pres">
      <dgm:prSet presAssocID="{283C863C-0D63-456F-8A14-C9AFAEE5273A}" presName="hierChild4" presStyleCnt="0"/>
      <dgm:spPr/>
    </dgm:pt>
    <dgm:pt modelId="{130C2720-E0A6-460D-8189-1352C1A33200}" type="pres">
      <dgm:prSet presAssocID="{283C863C-0D63-456F-8A14-C9AFAEE5273A}" presName="hierChild5" presStyleCnt="0"/>
      <dgm:spPr/>
    </dgm:pt>
    <dgm:pt modelId="{8A454AFF-7E86-4DE1-9CF3-A5EEB0F2990D}" type="pres">
      <dgm:prSet presAssocID="{2F799277-BC20-4447-9FB6-7CE4AE32EBE2}" presName="hierChild5" presStyleCnt="0"/>
      <dgm:spPr/>
    </dgm:pt>
    <dgm:pt modelId="{42534E29-D448-4CBC-8420-47D643A3B312}" type="pres">
      <dgm:prSet presAssocID="{A9EFACBC-87BE-404F-BC48-E51693C97FC7}" presName="Name37" presStyleLbl="parChTrans1D2" presStyleIdx="1" presStyleCnt="2"/>
      <dgm:spPr/>
    </dgm:pt>
    <dgm:pt modelId="{8AD14C98-27D1-4E2F-B8DB-B657C82D58A1}" type="pres">
      <dgm:prSet presAssocID="{70D96060-93C2-4AF3-892C-B2FBC4AF989F}" presName="hierRoot2" presStyleCnt="0">
        <dgm:presLayoutVars>
          <dgm:hierBranch val="init"/>
        </dgm:presLayoutVars>
      </dgm:prSet>
      <dgm:spPr/>
    </dgm:pt>
    <dgm:pt modelId="{BDE297F3-CCFF-4EDF-A722-3EDEB103A3A1}" type="pres">
      <dgm:prSet presAssocID="{70D96060-93C2-4AF3-892C-B2FBC4AF989F}" presName="rootComposite" presStyleCnt="0"/>
      <dgm:spPr/>
    </dgm:pt>
    <dgm:pt modelId="{F6B4CFA4-038D-4426-BD12-BC716073073E}" type="pres">
      <dgm:prSet presAssocID="{70D96060-93C2-4AF3-892C-B2FBC4AF989F}" presName="rootText" presStyleLbl="node2" presStyleIdx="1" presStyleCnt="2" custScaleX="140738">
        <dgm:presLayoutVars>
          <dgm:chPref val="3"/>
        </dgm:presLayoutVars>
      </dgm:prSet>
      <dgm:spPr/>
    </dgm:pt>
    <dgm:pt modelId="{B9D8803E-8DA5-4A58-B4D2-EF7AC78402C8}" type="pres">
      <dgm:prSet presAssocID="{70D96060-93C2-4AF3-892C-B2FBC4AF989F}" presName="rootConnector" presStyleLbl="node2" presStyleIdx="1" presStyleCnt="2"/>
      <dgm:spPr/>
    </dgm:pt>
    <dgm:pt modelId="{72F5CCA5-B853-4AAA-AB5D-FE46A33DDA3F}" type="pres">
      <dgm:prSet presAssocID="{70D96060-93C2-4AF3-892C-B2FBC4AF989F}" presName="hierChild4" presStyleCnt="0"/>
      <dgm:spPr/>
    </dgm:pt>
    <dgm:pt modelId="{70AA2859-C298-4D29-9A65-26FE54E7ED35}" type="pres">
      <dgm:prSet presAssocID="{DC50F8C3-DA3B-45B0-A996-2066D9A8E12C}" presName="Name37" presStyleLbl="parChTrans1D3" presStyleIdx="2" presStyleCnt="4"/>
      <dgm:spPr/>
    </dgm:pt>
    <dgm:pt modelId="{1DCA24F5-1C08-4480-8CE5-7707DC06F974}" type="pres">
      <dgm:prSet presAssocID="{690B3400-D624-4F58-8B1C-E3EDFAC41745}" presName="hierRoot2" presStyleCnt="0">
        <dgm:presLayoutVars>
          <dgm:hierBranch val="init"/>
        </dgm:presLayoutVars>
      </dgm:prSet>
      <dgm:spPr/>
    </dgm:pt>
    <dgm:pt modelId="{944299E5-53A3-4035-AEC6-D131AC12897D}" type="pres">
      <dgm:prSet presAssocID="{690B3400-D624-4F58-8B1C-E3EDFAC41745}" presName="rootComposite" presStyleCnt="0"/>
      <dgm:spPr/>
    </dgm:pt>
    <dgm:pt modelId="{5CD928D3-AAE6-4025-88CD-321F50B61B1D}" type="pres">
      <dgm:prSet presAssocID="{690B3400-D624-4F58-8B1C-E3EDFAC41745}" presName="rootText" presStyleLbl="node3" presStyleIdx="2" presStyleCnt="4" custScaleX="163449" custScaleY="118576">
        <dgm:presLayoutVars>
          <dgm:chPref val="3"/>
        </dgm:presLayoutVars>
      </dgm:prSet>
      <dgm:spPr/>
    </dgm:pt>
    <dgm:pt modelId="{2F584351-BDD7-48E8-AAFE-65521E1205A5}" type="pres">
      <dgm:prSet presAssocID="{690B3400-D624-4F58-8B1C-E3EDFAC41745}" presName="rootConnector" presStyleLbl="node3" presStyleIdx="2" presStyleCnt="4"/>
      <dgm:spPr/>
    </dgm:pt>
    <dgm:pt modelId="{67D3ED7E-1AEF-4B0A-BD69-3E03027D1596}" type="pres">
      <dgm:prSet presAssocID="{690B3400-D624-4F58-8B1C-E3EDFAC41745}" presName="hierChild4" presStyleCnt="0"/>
      <dgm:spPr/>
    </dgm:pt>
    <dgm:pt modelId="{F92B68A1-5298-48C9-ACC5-CEAED64B6B12}" type="pres">
      <dgm:prSet presAssocID="{690B3400-D624-4F58-8B1C-E3EDFAC41745}" presName="hierChild5" presStyleCnt="0"/>
      <dgm:spPr/>
    </dgm:pt>
    <dgm:pt modelId="{0632FFC6-1251-4CE8-AFAE-7E60B6EEA39A}" type="pres">
      <dgm:prSet presAssocID="{98D93024-E4BD-4B72-8998-11222410DEF2}" presName="Name37" presStyleLbl="parChTrans1D3" presStyleIdx="3" presStyleCnt="4"/>
      <dgm:spPr/>
    </dgm:pt>
    <dgm:pt modelId="{5BCEA55E-EE7F-4E7C-B44F-21E42E632FDE}" type="pres">
      <dgm:prSet presAssocID="{EE4195E1-EC29-4B75-ABA9-072B909D056E}" presName="hierRoot2" presStyleCnt="0">
        <dgm:presLayoutVars>
          <dgm:hierBranch val="init"/>
        </dgm:presLayoutVars>
      </dgm:prSet>
      <dgm:spPr/>
    </dgm:pt>
    <dgm:pt modelId="{B663DC9B-4DCD-4361-B7C1-74B52B4D6322}" type="pres">
      <dgm:prSet presAssocID="{EE4195E1-EC29-4B75-ABA9-072B909D056E}" presName="rootComposite" presStyleCnt="0"/>
      <dgm:spPr/>
    </dgm:pt>
    <dgm:pt modelId="{CF04B6EF-9BD9-44B2-AB11-E24795CBF3AB}" type="pres">
      <dgm:prSet presAssocID="{EE4195E1-EC29-4B75-ABA9-072B909D056E}" presName="rootText" presStyleLbl="node3" presStyleIdx="3" presStyleCnt="4" custScaleX="122920" custScaleY="116715">
        <dgm:presLayoutVars>
          <dgm:chPref val="3"/>
        </dgm:presLayoutVars>
      </dgm:prSet>
      <dgm:spPr/>
    </dgm:pt>
    <dgm:pt modelId="{0964B22D-CDB4-49CB-8551-F83DA9569B35}" type="pres">
      <dgm:prSet presAssocID="{EE4195E1-EC29-4B75-ABA9-072B909D056E}" presName="rootConnector" presStyleLbl="node3" presStyleIdx="3" presStyleCnt="4"/>
      <dgm:spPr/>
    </dgm:pt>
    <dgm:pt modelId="{423756AB-B264-46D1-BFA2-5DEFD65797A6}" type="pres">
      <dgm:prSet presAssocID="{EE4195E1-EC29-4B75-ABA9-072B909D056E}" presName="hierChild4" presStyleCnt="0"/>
      <dgm:spPr/>
    </dgm:pt>
    <dgm:pt modelId="{5AEF74F3-B3DC-49C6-9F53-71CFCA79C637}" type="pres">
      <dgm:prSet presAssocID="{EE4195E1-EC29-4B75-ABA9-072B909D056E}" presName="hierChild5" presStyleCnt="0"/>
      <dgm:spPr/>
    </dgm:pt>
    <dgm:pt modelId="{D1EF2CE1-E647-4D67-85B7-841FBDCA13E8}" type="pres">
      <dgm:prSet presAssocID="{70D96060-93C2-4AF3-892C-B2FBC4AF989F}" presName="hierChild5" presStyleCnt="0"/>
      <dgm:spPr/>
    </dgm:pt>
    <dgm:pt modelId="{1929E971-89CB-44F3-9ABE-B83F2B3501F0}" type="pres">
      <dgm:prSet presAssocID="{412D372C-724A-4A15-85F7-D0F7528DADDC}" presName="hierChild3" presStyleCnt="0"/>
      <dgm:spPr/>
    </dgm:pt>
  </dgm:ptLst>
  <dgm:cxnLst>
    <dgm:cxn modelId="{60C18E00-F7CB-4AFD-9935-C23F91443AD8}" type="presOf" srcId="{283C863C-0D63-456F-8A14-C9AFAEE5273A}" destId="{85039C95-42C4-4299-B4D2-204B2FBFCB81}" srcOrd="0" destOrd="0" presId="urn:microsoft.com/office/officeart/2005/8/layout/orgChart1"/>
    <dgm:cxn modelId="{D871D707-E445-4EF6-921D-CE2763FE5923}" type="presOf" srcId="{70D96060-93C2-4AF3-892C-B2FBC4AF989F}" destId="{F6B4CFA4-038D-4426-BD12-BC716073073E}" srcOrd="0" destOrd="0" presId="urn:microsoft.com/office/officeart/2005/8/layout/orgChart1"/>
    <dgm:cxn modelId="{F13C6719-8FE1-4C7F-B910-4D966DF510E7}" type="presOf" srcId="{2F799277-BC20-4447-9FB6-7CE4AE32EBE2}" destId="{0C60D4E4-68B2-4F31-8D17-036808FFD255}" srcOrd="0" destOrd="0" presId="urn:microsoft.com/office/officeart/2005/8/layout/orgChart1"/>
    <dgm:cxn modelId="{422BB119-FD6C-4E67-92DB-EC4F77D7DFCF}" type="presOf" srcId="{7E434674-F8FA-4EA7-9E2E-62390CABFE1A}" destId="{2D75AE9F-3143-43B3-9217-C2877F7F4529}" srcOrd="0" destOrd="0" presId="urn:microsoft.com/office/officeart/2005/8/layout/orgChart1"/>
    <dgm:cxn modelId="{94D8BC1C-F635-496E-A41C-AEABB0C030F6}" srcId="{2F799277-BC20-4447-9FB6-7CE4AE32EBE2}" destId="{283C863C-0D63-456F-8A14-C9AFAEE5273A}" srcOrd="1" destOrd="0" parTransId="{22B13F9D-48B0-41A0-8BBB-7E9F9A0A8336}" sibTransId="{219B3A7B-0FA6-4C22-9E69-2D04279CE123}"/>
    <dgm:cxn modelId="{1A45AA2F-18B5-41DF-B058-C922FA7162C3}" srcId="{70D96060-93C2-4AF3-892C-B2FBC4AF989F}" destId="{690B3400-D624-4F58-8B1C-E3EDFAC41745}" srcOrd="0" destOrd="0" parTransId="{DC50F8C3-DA3B-45B0-A996-2066D9A8E12C}" sibTransId="{1BBFC072-EC7C-4159-A538-4CEA96DE306D}"/>
    <dgm:cxn modelId="{6C270633-6D41-4267-919D-5EEBDB3EF197}" srcId="{2F799277-BC20-4447-9FB6-7CE4AE32EBE2}" destId="{C98445C4-19A3-4C78-AAFD-9E541CB54410}" srcOrd="0" destOrd="0" parTransId="{07D3D220-4CA8-4614-A7B2-6BB5AF1C35C6}" sibTransId="{0C263E60-7A3B-4329-AA19-71F183D5EA4F}"/>
    <dgm:cxn modelId="{D9A2FA3B-9D9F-43C3-AB2A-E30F5D56CDCA}" type="presOf" srcId="{70D96060-93C2-4AF3-892C-B2FBC4AF989F}" destId="{B9D8803E-8DA5-4A58-B4D2-EF7AC78402C8}" srcOrd="1" destOrd="0" presId="urn:microsoft.com/office/officeart/2005/8/layout/orgChart1"/>
    <dgm:cxn modelId="{66352F5C-4BFB-404E-9E9D-DB06953E90F6}" type="presOf" srcId="{22B13F9D-48B0-41A0-8BBB-7E9F9A0A8336}" destId="{01EE0890-00E3-404C-880D-B960424FDE93}" srcOrd="0" destOrd="0" presId="urn:microsoft.com/office/officeart/2005/8/layout/orgChart1"/>
    <dgm:cxn modelId="{3E12CE53-5314-4136-A0DF-1045AD8CA4CF}" srcId="{7E434674-F8FA-4EA7-9E2E-62390CABFE1A}" destId="{412D372C-724A-4A15-85F7-D0F7528DADDC}" srcOrd="0" destOrd="0" parTransId="{454E0C53-BE20-451E-8C56-F7182FFD3F1D}" sibTransId="{A71AA285-8896-4107-ACB1-5AB3DB8134EE}"/>
    <dgm:cxn modelId="{B3C43857-374C-443E-8F77-925E4F45589D}" type="presOf" srcId="{283C863C-0D63-456F-8A14-C9AFAEE5273A}" destId="{158CCD3A-6226-4152-BBF7-ECB34DAF84DC}" srcOrd="1" destOrd="0" presId="urn:microsoft.com/office/officeart/2005/8/layout/orgChart1"/>
    <dgm:cxn modelId="{22016B8B-74FD-4A6A-BAC6-5213A990D453}" type="presOf" srcId="{2F799277-BC20-4447-9FB6-7CE4AE32EBE2}" destId="{3599D8D5-C728-4CB4-BE77-AC843EAE4174}" srcOrd="1" destOrd="0" presId="urn:microsoft.com/office/officeart/2005/8/layout/orgChart1"/>
    <dgm:cxn modelId="{705FA48C-C14A-4C25-A27A-30669DE5759F}" srcId="{70D96060-93C2-4AF3-892C-B2FBC4AF989F}" destId="{EE4195E1-EC29-4B75-ABA9-072B909D056E}" srcOrd="1" destOrd="0" parTransId="{98D93024-E4BD-4B72-8998-11222410DEF2}" sibTransId="{49C7540D-D1F0-4B83-B354-837E21BA67BB}"/>
    <dgm:cxn modelId="{9C3CD095-E994-4947-8617-CF9940B37CDC}" type="presOf" srcId="{690B3400-D624-4F58-8B1C-E3EDFAC41745}" destId="{2F584351-BDD7-48E8-AAFE-65521E1205A5}" srcOrd="1" destOrd="0" presId="urn:microsoft.com/office/officeart/2005/8/layout/orgChart1"/>
    <dgm:cxn modelId="{EDA2EDA2-E5C0-4DED-8725-8A4136D685FC}" type="presOf" srcId="{98D93024-E4BD-4B72-8998-11222410DEF2}" destId="{0632FFC6-1251-4CE8-AFAE-7E60B6EEA39A}" srcOrd="0" destOrd="0" presId="urn:microsoft.com/office/officeart/2005/8/layout/orgChart1"/>
    <dgm:cxn modelId="{30C92EA6-6B31-4EEC-A611-3B719D0A9F51}" type="presOf" srcId="{C98445C4-19A3-4C78-AAFD-9E541CB54410}" destId="{639EFF6F-F437-45EB-A8A5-64A823D6556B}" srcOrd="1" destOrd="0" presId="urn:microsoft.com/office/officeart/2005/8/layout/orgChart1"/>
    <dgm:cxn modelId="{8A4777AA-6D47-42B4-BD5F-FCFA19729ABA}" type="presOf" srcId="{A9EFACBC-87BE-404F-BC48-E51693C97FC7}" destId="{42534E29-D448-4CBC-8420-47D643A3B312}" srcOrd="0" destOrd="0" presId="urn:microsoft.com/office/officeart/2005/8/layout/orgChart1"/>
    <dgm:cxn modelId="{A75F7EAC-BC00-4302-B899-448F6A7443D2}" type="presOf" srcId="{690B3400-D624-4F58-8B1C-E3EDFAC41745}" destId="{5CD928D3-AAE6-4025-88CD-321F50B61B1D}" srcOrd="0" destOrd="0" presId="urn:microsoft.com/office/officeart/2005/8/layout/orgChart1"/>
    <dgm:cxn modelId="{BC7690B2-DDFD-4531-A270-34E41A6355A2}" type="presOf" srcId="{20D4C1A1-2035-46C0-8012-8DA4FFAF5E40}" destId="{1B0201C7-1624-44CD-BC12-7AE2D24406D8}" srcOrd="0" destOrd="0" presId="urn:microsoft.com/office/officeart/2005/8/layout/orgChart1"/>
    <dgm:cxn modelId="{378A37B9-CE61-4D62-979D-C1DA4BF91C8C}" srcId="{412D372C-724A-4A15-85F7-D0F7528DADDC}" destId="{70D96060-93C2-4AF3-892C-B2FBC4AF989F}" srcOrd="1" destOrd="0" parTransId="{A9EFACBC-87BE-404F-BC48-E51693C97FC7}" sibTransId="{DA0F1BC9-C3E7-4436-A964-E67E572B4EE2}"/>
    <dgm:cxn modelId="{B381F4BC-56B1-4795-9236-BDAFEDBCB13D}" type="presOf" srcId="{07D3D220-4CA8-4614-A7B2-6BB5AF1C35C6}" destId="{38B157EB-9AFF-42FD-9811-66D72641409E}" srcOrd="0" destOrd="0" presId="urn:microsoft.com/office/officeart/2005/8/layout/orgChart1"/>
    <dgm:cxn modelId="{FC7C61BF-0FCD-462D-A093-0F237DB4F3FA}" type="presOf" srcId="{C98445C4-19A3-4C78-AAFD-9E541CB54410}" destId="{EE922643-D301-4F37-82AE-38E48B5000E1}" srcOrd="0" destOrd="0" presId="urn:microsoft.com/office/officeart/2005/8/layout/orgChart1"/>
    <dgm:cxn modelId="{CBCDEAC9-7039-45A2-8DE3-4ABAA343F9C5}" type="presOf" srcId="{DC50F8C3-DA3B-45B0-A996-2066D9A8E12C}" destId="{70AA2859-C298-4D29-9A65-26FE54E7ED35}" srcOrd="0" destOrd="0" presId="urn:microsoft.com/office/officeart/2005/8/layout/orgChart1"/>
    <dgm:cxn modelId="{08E073D4-C17E-4E86-9B02-E51649A5759C}" type="presOf" srcId="{412D372C-724A-4A15-85F7-D0F7528DADDC}" destId="{4180A541-D0AF-4B2A-847E-EC68CDABCADF}" srcOrd="1" destOrd="0" presId="urn:microsoft.com/office/officeart/2005/8/layout/orgChart1"/>
    <dgm:cxn modelId="{A7BB15E4-7225-41BB-AD8B-4C879438C4DC}" srcId="{412D372C-724A-4A15-85F7-D0F7528DADDC}" destId="{2F799277-BC20-4447-9FB6-7CE4AE32EBE2}" srcOrd="0" destOrd="0" parTransId="{20D4C1A1-2035-46C0-8012-8DA4FFAF5E40}" sibTransId="{1DD6E167-1D3D-41E2-899D-E7FB5C6C814D}"/>
    <dgm:cxn modelId="{D21E78EF-57C6-4274-803D-91DB825CA086}" type="presOf" srcId="{EE4195E1-EC29-4B75-ABA9-072B909D056E}" destId="{0964B22D-CDB4-49CB-8551-F83DA9569B35}" srcOrd="1" destOrd="0" presId="urn:microsoft.com/office/officeart/2005/8/layout/orgChart1"/>
    <dgm:cxn modelId="{D65EADF2-E4BF-482D-8699-92EA90A806AB}" type="presOf" srcId="{412D372C-724A-4A15-85F7-D0F7528DADDC}" destId="{2BDCBC29-C2A5-455F-85A9-7397332F7204}" srcOrd="0" destOrd="0" presId="urn:microsoft.com/office/officeart/2005/8/layout/orgChart1"/>
    <dgm:cxn modelId="{A3CE81F5-E828-4A2D-9CDC-CAE58BD00C49}" type="presOf" srcId="{EE4195E1-EC29-4B75-ABA9-072B909D056E}" destId="{CF04B6EF-9BD9-44B2-AB11-E24795CBF3AB}" srcOrd="0" destOrd="0" presId="urn:microsoft.com/office/officeart/2005/8/layout/orgChart1"/>
    <dgm:cxn modelId="{D5A40968-7112-4CC3-BB73-A07CF452D28C}" type="presParOf" srcId="{2D75AE9F-3143-43B3-9217-C2877F7F4529}" destId="{160ABB70-EF68-46BC-896C-54E5186363F4}" srcOrd="0" destOrd="0" presId="urn:microsoft.com/office/officeart/2005/8/layout/orgChart1"/>
    <dgm:cxn modelId="{4DE9FCBC-8A3A-4455-ADC5-D2BBA874C4E1}" type="presParOf" srcId="{160ABB70-EF68-46BC-896C-54E5186363F4}" destId="{6961789F-1358-483B-8605-1C9301B83188}" srcOrd="0" destOrd="0" presId="urn:microsoft.com/office/officeart/2005/8/layout/orgChart1"/>
    <dgm:cxn modelId="{0D6F0D03-F345-4403-B9A6-5C94FB6215CD}" type="presParOf" srcId="{6961789F-1358-483B-8605-1C9301B83188}" destId="{2BDCBC29-C2A5-455F-85A9-7397332F7204}" srcOrd="0" destOrd="0" presId="urn:microsoft.com/office/officeart/2005/8/layout/orgChart1"/>
    <dgm:cxn modelId="{0920A259-8987-42DD-BA79-8BE68A844DBE}" type="presParOf" srcId="{6961789F-1358-483B-8605-1C9301B83188}" destId="{4180A541-D0AF-4B2A-847E-EC68CDABCADF}" srcOrd="1" destOrd="0" presId="urn:microsoft.com/office/officeart/2005/8/layout/orgChart1"/>
    <dgm:cxn modelId="{E56A7103-257B-4A94-A069-5B52BEF87D2B}" type="presParOf" srcId="{160ABB70-EF68-46BC-896C-54E5186363F4}" destId="{CA39AE2D-A573-4A02-B53E-40D89A85107D}" srcOrd="1" destOrd="0" presId="urn:microsoft.com/office/officeart/2005/8/layout/orgChart1"/>
    <dgm:cxn modelId="{611A6727-97C9-4719-959D-8773F637CE22}" type="presParOf" srcId="{CA39AE2D-A573-4A02-B53E-40D89A85107D}" destId="{1B0201C7-1624-44CD-BC12-7AE2D24406D8}" srcOrd="0" destOrd="0" presId="urn:microsoft.com/office/officeart/2005/8/layout/orgChart1"/>
    <dgm:cxn modelId="{D7CC062A-2256-4735-A5D0-65B5C210BC90}" type="presParOf" srcId="{CA39AE2D-A573-4A02-B53E-40D89A85107D}" destId="{9FB53CCE-B628-41E6-8D43-8E29F52FC9AB}" srcOrd="1" destOrd="0" presId="urn:microsoft.com/office/officeart/2005/8/layout/orgChart1"/>
    <dgm:cxn modelId="{9B0CC11E-8A3D-4F3C-AC81-7F94BEEE6362}" type="presParOf" srcId="{9FB53CCE-B628-41E6-8D43-8E29F52FC9AB}" destId="{6194F2F0-4F43-4546-AEBA-C152BA16270D}" srcOrd="0" destOrd="0" presId="urn:microsoft.com/office/officeart/2005/8/layout/orgChart1"/>
    <dgm:cxn modelId="{B05D6B86-55C3-4108-9BF6-5509D6CCF6D3}" type="presParOf" srcId="{6194F2F0-4F43-4546-AEBA-C152BA16270D}" destId="{0C60D4E4-68B2-4F31-8D17-036808FFD255}" srcOrd="0" destOrd="0" presId="urn:microsoft.com/office/officeart/2005/8/layout/orgChart1"/>
    <dgm:cxn modelId="{D4891509-1BBA-4AAD-A670-84000F049A44}" type="presParOf" srcId="{6194F2F0-4F43-4546-AEBA-C152BA16270D}" destId="{3599D8D5-C728-4CB4-BE77-AC843EAE4174}" srcOrd="1" destOrd="0" presId="urn:microsoft.com/office/officeart/2005/8/layout/orgChart1"/>
    <dgm:cxn modelId="{4176EB84-D6DF-41D8-A7B1-81287273703B}" type="presParOf" srcId="{9FB53CCE-B628-41E6-8D43-8E29F52FC9AB}" destId="{B2669F50-0FEB-4C75-965B-B29CC4255283}" srcOrd="1" destOrd="0" presId="urn:microsoft.com/office/officeart/2005/8/layout/orgChart1"/>
    <dgm:cxn modelId="{D3675FE0-8872-483E-B17E-E7559116147C}" type="presParOf" srcId="{B2669F50-0FEB-4C75-965B-B29CC4255283}" destId="{38B157EB-9AFF-42FD-9811-66D72641409E}" srcOrd="0" destOrd="0" presId="urn:microsoft.com/office/officeart/2005/8/layout/orgChart1"/>
    <dgm:cxn modelId="{AE18A4EA-318E-4B7A-A922-5457779C2CB6}" type="presParOf" srcId="{B2669F50-0FEB-4C75-965B-B29CC4255283}" destId="{D87CB3B5-5BB7-4E34-9750-F5DB67316E7F}" srcOrd="1" destOrd="0" presId="urn:microsoft.com/office/officeart/2005/8/layout/orgChart1"/>
    <dgm:cxn modelId="{603B11D5-16AC-45EC-A85B-9CD8E9091D3D}" type="presParOf" srcId="{D87CB3B5-5BB7-4E34-9750-F5DB67316E7F}" destId="{6F2047C2-34BB-4B3A-BCF8-883A162D6C63}" srcOrd="0" destOrd="0" presId="urn:microsoft.com/office/officeart/2005/8/layout/orgChart1"/>
    <dgm:cxn modelId="{10D3BF06-788C-43AF-9630-90CE8329EFCE}" type="presParOf" srcId="{6F2047C2-34BB-4B3A-BCF8-883A162D6C63}" destId="{EE922643-D301-4F37-82AE-38E48B5000E1}" srcOrd="0" destOrd="0" presId="urn:microsoft.com/office/officeart/2005/8/layout/orgChart1"/>
    <dgm:cxn modelId="{7E829948-48F8-4C33-B4AC-882598B7681C}" type="presParOf" srcId="{6F2047C2-34BB-4B3A-BCF8-883A162D6C63}" destId="{639EFF6F-F437-45EB-A8A5-64A823D6556B}" srcOrd="1" destOrd="0" presId="urn:microsoft.com/office/officeart/2005/8/layout/orgChart1"/>
    <dgm:cxn modelId="{0FF2DB46-BEEA-44A7-89C4-A2F110D23D9E}" type="presParOf" srcId="{D87CB3B5-5BB7-4E34-9750-F5DB67316E7F}" destId="{A323D2C5-F316-45E3-9BFD-FF30F199A083}" srcOrd="1" destOrd="0" presId="urn:microsoft.com/office/officeart/2005/8/layout/orgChart1"/>
    <dgm:cxn modelId="{30D4197D-3A63-48E6-AFCC-8D265CDD0C2C}" type="presParOf" srcId="{D87CB3B5-5BB7-4E34-9750-F5DB67316E7F}" destId="{2CFAFADF-D44F-41B4-9A83-1D457E5762FD}" srcOrd="2" destOrd="0" presId="urn:microsoft.com/office/officeart/2005/8/layout/orgChart1"/>
    <dgm:cxn modelId="{0025AC2E-B58A-4BBB-92C4-35B0A2AF2447}" type="presParOf" srcId="{B2669F50-0FEB-4C75-965B-B29CC4255283}" destId="{01EE0890-00E3-404C-880D-B960424FDE93}" srcOrd="2" destOrd="0" presId="urn:microsoft.com/office/officeart/2005/8/layout/orgChart1"/>
    <dgm:cxn modelId="{07DEFDBD-9B7B-4BEA-970D-88F004FB4769}" type="presParOf" srcId="{B2669F50-0FEB-4C75-965B-B29CC4255283}" destId="{9DD25535-BED4-4B2E-9452-26FA7631F52C}" srcOrd="3" destOrd="0" presId="urn:microsoft.com/office/officeart/2005/8/layout/orgChart1"/>
    <dgm:cxn modelId="{555409AC-8FBF-459D-A9D0-5E1D2DA62D9A}" type="presParOf" srcId="{9DD25535-BED4-4B2E-9452-26FA7631F52C}" destId="{95097321-183C-4CA2-B295-0EF280E11FC7}" srcOrd="0" destOrd="0" presId="urn:microsoft.com/office/officeart/2005/8/layout/orgChart1"/>
    <dgm:cxn modelId="{CB98A8C2-63A5-442F-B1D3-2B9F3FEDB675}" type="presParOf" srcId="{95097321-183C-4CA2-B295-0EF280E11FC7}" destId="{85039C95-42C4-4299-B4D2-204B2FBFCB81}" srcOrd="0" destOrd="0" presId="urn:microsoft.com/office/officeart/2005/8/layout/orgChart1"/>
    <dgm:cxn modelId="{CC50AC15-0B50-4CD6-A2E1-F8183DA77EE4}" type="presParOf" srcId="{95097321-183C-4CA2-B295-0EF280E11FC7}" destId="{158CCD3A-6226-4152-BBF7-ECB34DAF84DC}" srcOrd="1" destOrd="0" presId="urn:microsoft.com/office/officeart/2005/8/layout/orgChart1"/>
    <dgm:cxn modelId="{591C8555-0A2E-4D2D-9761-1CC8161728E5}" type="presParOf" srcId="{9DD25535-BED4-4B2E-9452-26FA7631F52C}" destId="{E282C691-4441-4631-A307-930149467A72}" srcOrd="1" destOrd="0" presId="urn:microsoft.com/office/officeart/2005/8/layout/orgChart1"/>
    <dgm:cxn modelId="{4BFFF2D3-F9C5-4AEB-B04F-AEAABB5EBE71}" type="presParOf" srcId="{9DD25535-BED4-4B2E-9452-26FA7631F52C}" destId="{130C2720-E0A6-460D-8189-1352C1A33200}" srcOrd="2" destOrd="0" presId="urn:microsoft.com/office/officeart/2005/8/layout/orgChart1"/>
    <dgm:cxn modelId="{54AE040A-0989-4E48-B2CC-0A098C8DF130}" type="presParOf" srcId="{9FB53CCE-B628-41E6-8D43-8E29F52FC9AB}" destId="{8A454AFF-7E86-4DE1-9CF3-A5EEB0F2990D}" srcOrd="2" destOrd="0" presId="urn:microsoft.com/office/officeart/2005/8/layout/orgChart1"/>
    <dgm:cxn modelId="{4B9831FF-E2FC-4B60-AEF7-315419C2488B}" type="presParOf" srcId="{CA39AE2D-A573-4A02-B53E-40D89A85107D}" destId="{42534E29-D448-4CBC-8420-47D643A3B312}" srcOrd="2" destOrd="0" presId="urn:microsoft.com/office/officeart/2005/8/layout/orgChart1"/>
    <dgm:cxn modelId="{7A4C5280-B4FE-407C-B2B8-C82D514A1150}" type="presParOf" srcId="{CA39AE2D-A573-4A02-B53E-40D89A85107D}" destId="{8AD14C98-27D1-4E2F-B8DB-B657C82D58A1}" srcOrd="3" destOrd="0" presId="urn:microsoft.com/office/officeart/2005/8/layout/orgChart1"/>
    <dgm:cxn modelId="{8266EFAD-132D-4520-B1F4-C51EA4954EEB}" type="presParOf" srcId="{8AD14C98-27D1-4E2F-B8DB-B657C82D58A1}" destId="{BDE297F3-CCFF-4EDF-A722-3EDEB103A3A1}" srcOrd="0" destOrd="0" presId="urn:microsoft.com/office/officeart/2005/8/layout/orgChart1"/>
    <dgm:cxn modelId="{5F787989-530A-4679-86A2-27C9FE5ACC6E}" type="presParOf" srcId="{BDE297F3-CCFF-4EDF-A722-3EDEB103A3A1}" destId="{F6B4CFA4-038D-4426-BD12-BC716073073E}" srcOrd="0" destOrd="0" presId="urn:microsoft.com/office/officeart/2005/8/layout/orgChart1"/>
    <dgm:cxn modelId="{52FA9A6F-8F7E-4636-A510-00BAD87FBA90}" type="presParOf" srcId="{BDE297F3-CCFF-4EDF-A722-3EDEB103A3A1}" destId="{B9D8803E-8DA5-4A58-B4D2-EF7AC78402C8}" srcOrd="1" destOrd="0" presId="urn:microsoft.com/office/officeart/2005/8/layout/orgChart1"/>
    <dgm:cxn modelId="{663B0C4A-143E-499C-A9B3-C749D8B5FDF0}" type="presParOf" srcId="{8AD14C98-27D1-4E2F-B8DB-B657C82D58A1}" destId="{72F5CCA5-B853-4AAA-AB5D-FE46A33DDA3F}" srcOrd="1" destOrd="0" presId="urn:microsoft.com/office/officeart/2005/8/layout/orgChart1"/>
    <dgm:cxn modelId="{46502DED-1822-4400-BC89-1A3BB55393CA}" type="presParOf" srcId="{72F5CCA5-B853-4AAA-AB5D-FE46A33DDA3F}" destId="{70AA2859-C298-4D29-9A65-26FE54E7ED35}" srcOrd="0" destOrd="0" presId="urn:microsoft.com/office/officeart/2005/8/layout/orgChart1"/>
    <dgm:cxn modelId="{AD041534-98CD-432C-B063-274C0CEF513C}" type="presParOf" srcId="{72F5CCA5-B853-4AAA-AB5D-FE46A33DDA3F}" destId="{1DCA24F5-1C08-4480-8CE5-7707DC06F974}" srcOrd="1" destOrd="0" presId="urn:microsoft.com/office/officeart/2005/8/layout/orgChart1"/>
    <dgm:cxn modelId="{53DEF8A6-B3BB-478D-807B-1E6F754746E5}" type="presParOf" srcId="{1DCA24F5-1C08-4480-8CE5-7707DC06F974}" destId="{944299E5-53A3-4035-AEC6-D131AC12897D}" srcOrd="0" destOrd="0" presId="urn:microsoft.com/office/officeart/2005/8/layout/orgChart1"/>
    <dgm:cxn modelId="{EFBADAEF-90DF-4B54-A31C-D5705EF7E30C}" type="presParOf" srcId="{944299E5-53A3-4035-AEC6-D131AC12897D}" destId="{5CD928D3-AAE6-4025-88CD-321F50B61B1D}" srcOrd="0" destOrd="0" presId="urn:microsoft.com/office/officeart/2005/8/layout/orgChart1"/>
    <dgm:cxn modelId="{5F1F3C93-8668-46F6-9732-461C60E66321}" type="presParOf" srcId="{944299E5-53A3-4035-AEC6-D131AC12897D}" destId="{2F584351-BDD7-48E8-AAFE-65521E1205A5}" srcOrd="1" destOrd="0" presId="urn:microsoft.com/office/officeart/2005/8/layout/orgChart1"/>
    <dgm:cxn modelId="{0E87B64D-3ACE-400F-8D1C-FE8F07EC8BBD}" type="presParOf" srcId="{1DCA24F5-1C08-4480-8CE5-7707DC06F974}" destId="{67D3ED7E-1AEF-4B0A-BD69-3E03027D1596}" srcOrd="1" destOrd="0" presId="urn:microsoft.com/office/officeart/2005/8/layout/orgChart1"/>
    <dgm:cxn modelId="{98573492-A134-4BC3-A47E-47CFA4937B79}" type="presParOf" srcId="{1DCA24F5-1C08-4480-8CE5-7707DC06F974}" destId="{F92B68A1-5298-48C9-ACC5-CEAED64B6B12}" srcOrd="2" destOrd="0" presId="urn:microsoft.com/office/officeart/2005/8/layout/orgChart1"/>
    <dgm:cxn modelId="{624D58E9-8044-40AE-85F4-5682E9997378}" type="presParOf" srcId="{72F5CCA5-B853-4AAA-AB5D-FE46A33DDA3F}" destId="{0632FFC6-1251-4CE8-AFAE-7E60B6EEA39A}" srcOrd="2" destOrd="0" presId="urn:microsoft.com/office/officeart/2005/8/layout/orgChart1"/>
    <dgm:cxn modelId="{CA203C91-A489-45D2-BF09-A76819AB2347}" type="presParOf" srcId="{72F5CCA5-B853-4AAA-AB5D-FE46A33DDA3F}" destId="{5BCEA55E-EE7F-4E7C-B44F-21E42E632FDE}" srcOrd="3" destOrd="0" presId="urn:microsoft.com/office/officeart/2005/8/layout/orgChart1"/>
    <dgm:cxn modelId="{83A56770-E4FB-4A3E-A757-02E4E5454B1C}" type="presParOf" srcId="{5BCEA55E-EE7F-4E7C-B44F-21E42E632FDE}" destId="{B663DC9B-4DCD-4361-B7C1-74B52B4D6322}" srcOrd="0" destOrd="0" presId="urn:microsoft.com/office/officeart/2005/8/layout/orgChart1"/>
    <dgm:cxn modelId="{49F5FD5B-E72A-46F9-8C7B-EEFC6C27F775}" type="presParOf" srcId="{B663DC9B-4DCD-4361-B7C1-74B52B4D6322}" destId="{CF04B6EF-9BD9-44B2-AB11-E24795CBF3AB}" srcOrd="0" destOrd="0" presId="urn:microsoft.com/office/officeart/2005/8/layout/orgChart1"/>
    <dgm:cxn modelId="{CDA2E5DD-4FED-4295-AA25-D4438542F99A}" type="presParOf" srcId="{B663DC9B-4DCD-4361-B7C1-74B52B4D6322}" destId="{0964B22D-CDB4-49CB-8551-F83DA9569B35}" srcOrd="1" destOrd="0" presId="urn:microsoft.com/office/officeart/2005/8/layout/orgChart1"/>
    <dgm:cxn modelId="{7C40CB93-BE69-4C96-94DA-C380950B5580}" type="presParOf" srcId="{5BCEA55E-EE7F-4E7C-B44F-21E42E632FDE}" destId="{423756AB-B264-46D1-BFA2-5DEFD65797A6}" srcOrd="1" destOrd="0" presId="urn:microsoft.com/office/officeart/2005/8/layout/orgChart1"/>
    <dgm:cxn modelId="{ED6E245E-0F66-4E17-AABB-370A55CF7EB6}" type="presParOf" srcId="{5BCEA55E-EE7F-4E7C-B44F-21E42E632FDE}" destId="{5AEF74F3-B3DC-49C6-9F53-71CFCA79C637}" srcOrd="2" destOrd="0" presId="urn:microsoft.com/office/officeart/2005/8/layout/orgChart1"/>
    <dgm:cxn modelId="{58CA4211-A84B-45DE-89C7-E22BF4017C1F}" type="presParOf" srcId="{8AD14C98-27D1-4E2F-B8DB-B657C82D58A1}" destId="{D1EF2CE1-E647-4D67-85B7-841FBDCA13E8}" srcOrd="2" destOrd="0" presId="urn:microsoft.com/office/officeart/2005/8/layout/orgChart1"/>
    <dgm:cxn modelId="{594EA044-C095-46B3-BD10-6F5E7B6A934B}" type="presParOf" srcId="{160ABB70-EF68-46BC-896C-54E5186363F4}" destId="{1929E971-89CB-44F3-9ABE-B83F2B3501F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434674-F8FA-4EA7-9E2E-62390CABFE1A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12D372C-724A-4A15-85F7-D0F7528DADDC}">
      <dgm:prSet phldrT="[Text]" custT="1"/>
      <dgm:spPr/>
      <dgm:t>
        <a:bodyPr/>
        <a:lstStyle/>
        <a:p>
          <a:r>
            <a:rPr lang="en-US" sz="2400" dirty="0">
              <a:latin typeface="+mn-lt"/>
              <a:cs typeface="Times New Roman" panose="02020603050405020304" pitchFamily="18" charset="0"/>
            </a:rPr>
            <a:t>Performance Metrics</a:t>
          </a:r>
        </a:p>
      </dgm:t>
    </dgm:pt>
    <dgm:pt modelId="{454E0C53-BE20-451E-8C56-F7182FFD3F1D}" type="parTrans" cxnId="{3E12CE53-5314-4136-A0DF-1045AD8CA4CF}">
      <dgm:prSet/>
      <dgm:spPr/>
      <dgm:t>
        <a:bodyPr/>
        <a:lstStyle/>
        <a:p>
          <a:endParaRPr lang="en-US"/>
        </a:p>
      </dgm:t>
    </dgm:pt>
    <dgm:pt modelId="{A71AA285-8896-4107-ACB1-5AB3DB8134EE}" type="sibTrans" cxnId="{3E12CE53-5314-4136-A0DF-1045AD8CA4CF}">
      <dgm:prSet/>
      <dgm:spPr/>
      <dgm:t>
        <a:bodyPr/>
        <a:lstStyle/>
        <a:p>
          <a:endParaRPr lang="en-US"/>
        </a:p>
      </dgm:t>
    </dgm:pt>
    <dgm:pt modelId="{70D96060-93C2-4AF3-892C-B2FBC4AF989F}">
      <dgm:prSet phldrT="[Text]" custT="1"/>
      <dgm:spPr/>
      <dgm:t>
        <a:bodyPr/>
        <a:lstStyle/>
        <a:p>
          <a:r>
            <a:rPr lang="en-US" sz="2400" dirty="0">
              <a:latin typeface="+mn-lt"/>
              <a:cs typeface="Times New Roman" panose="02020603050405020304" pitchFamily="18" charset="0"/>
            </a:rPr>
            <a:t>Time To Target (TTT)</a:t>
          </a:r>
        </a:p>
      </dgm:t>
    </dgm:pt>
    <dgm:pt modelId="{A9EFACBC-87BE-404F-BC48-E51693C97FC7}" type="parTrans" cxnId="{378A37B9-CE61-4D62-979D-C1DA4BF91C8C}">
      <dgm:prSet/>
      <dgm:spPr/>
      <dgm:t>
        <a:bodyPr/>
        <a:lstStyle/>
        <a:p>
          <a:endParaRPr lang="en-US"/>
        </a:p>
      </dgm:t>
    </dgm:pt>
    <dgm:pt modelId="{DA0F1BC9-C3E7-4436-A964-E67E572B4EE2}" type="sibTrans" cxnId="{378A37B9-CE61-4D62-979D-C1DA4BF91C8C}">
      <dgm:prSet/>
      <dgm:spPr/>
      <dgm:t>
        <a:bodyPr/>
        <a:lstStyle/>
        <a:p>
          <a:endParaRPr lang="en-US"/>
        </a:p>
      </dgm:t>
    </dgm:pt>
    <dgm:pt modelId="{2F799277-BC20-4447-9FB6-7CE4AE32EBE2}">
      <dgm:prSet phldrT="[Text]" custT="1"/>
      <dgm:spPr/>
      <dgm:t>
        <a:bodyPr/>
        <a:lstStyle/>
        <a:p>
          <a:r>
            <a:rPr lang="en-US" sz="2400" dirty="0">
              <a:latin typeface="+mn-lt"/>
              <a:cs typeface="Times New Roman" panose="02020603050405020304" pitchFamily="18" charset="0"/>
            </a:rPr>
            <a:t>Objective Solution</a:t>
          </a:r>
        </a:p>
      </dgm:t>
    </dgm:pt>
    <dgm:pt modelId="{20D4C1A1-2035-46C0-8012-8DA4FFAF5E40}" type="parTrans" cxnId="{A7BB15E4-7225-41BB-AD8B-4C879438C4DC}">
      <dgm:prSet/>
      <dgm:spPr/>
      <dgm:t>
        <a:bodyPr/>
        <a:lstStyle/>
        <a:p>
          <a:endParaRPr lang="en-US"/>
        </a:p>
      </dgm:t>
    </dgm:pt>
    <dgm:pt modelId="{1DD6E167-1D3D-41E2-899D-E7FB5C6C814D}" type="sibTrans" cxnId="{A7BB15E4-7225-41BB-AD8B-4C879438C4DC}">
      <dgm:prSet/>
      <dgm:spPr/>
      <dgm:t>
        <a:bodyPr/>
        <a:lstStyle/>
        <a:p>
          <a:endParaRPr lang="en-US"/>
        </a:p>
      </dgm:t>
    </dgm:pt>
    <dgm:pt modelId="{690B3400-D624-4F58-8B1C-E3EDFAC41745}">
      <dgm:prSet custT="1"/>
      <dgm:spPr>
        <a:blipFill>
          <a:blip xmlns:r="http://schemas.openxmlformats.org/officeDocument/2006/relationships" r:embed="rId1"/>
          <a:stretch>
            <a:fillRect l="-7311" t="-4255" r="-3655" b="-10638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C50F8C3-DA3B-45B0-A996-2066D9A8E12C}" type="parTrans" cxnId="{1A45AA2F-18B5-41DF-B058-C922FA7162C3}">
      <dgm:prSet/>
      <dgm:spPr/>
      <dgm:t>
        <a:bodyPr/>
        <a:lstStyle/>
        <a:p>
          <a:endParaRPr lang="en-US"/>
        </a:p>
      </dgm:t>
    </dgm:pt>
    <dgm:pt modelId="{1BBFC072-EC7C-4159-A538-4CEA96DE306D}" type="sibTrans" cxnId="{1A45AA2F-18B5-41DF-B058-C922FA7162C3}">
      <dgm:prSet/>
      <dgm:spPr/>
      <dgm:t>
        <a:bodyPr/>
        <a:lstStyle/>
        <a:p>
          <a:endParaRPr lang="en-US"/>
        </a:p>
      </dgm:t>
    </dgm:pt>
    <dgm:pt modelId="{EE4195E1-EC29-4B75-ABA9-072B909D056E}">
      <dgm:prSet custT="1"/>
      <dgm:spPr/>
      <dgm:t>
        <a:bodyPr/>
        <a:lstStyle/>
        <a:p>
          <a:r>
            <a:rPr lang="en-US" sz="2400" dirty="0"/>
            <a:t>TT_Feasible</a:t>
          </a:r>
        </a:p>
      </dgm:t>
    </dgm:pt>
    <dgm:pt modelId="{98D93024-E4BD-4B72-8998-11222410DEF2}" type="parTrans" cxnId="{705FA48C-C14A-4C25-A27A-30669DE5759F}">
      <dgm:prSet/>
      <dgm:spPr/>
      <dgm:t>
        <a:bodyPr/>
        <a:lstStyle/>
        <a:p>
          <a:endParaRPr lang="en-US"/>
        </a:p>
      </dgm:t>
    </dgm:pt>
    <dgm:pt modelId="{49C7540D-D1F0-4B83-B354-837E21BA67BB}" type="sibTrans" cxnId="{705FA48C-C14A-4C25-A27A-30669DE5759F}">
      <dgm:prSet/>
      <dgm:spPr/>
      <dgm:t>
        <a:bodyPr/>
        <a:lstStyle/>
        <a:p>
          <a:endParaRPr lang="en-US"/>
        </a:p>
      </dgm:t>
    </dgm:pt>
    <dgm:pt modelId="{C98445C4-19A3-4C78-AAFD-9E541CB54410}">
      <dgm:prSet custT="1"/>
      <dgm:spPr/>
      <dgm:t>
        <a:bodyPr/>
        <a:lstStyle/>
        <a:p>
          <a:r>
            <a:rPr lang="en-US" sz="2400" dirty="0"/>
            <a:t>Best </a:t>
          </a:r>
        </a:p>
      </dgm:t>
    </dgm:pt>
    <dgm:pt modelId="{07D3D220-4CA8-4614-A7B2-6BB5AF1C35C6}" type="parTrans" cxnId="{6C270633-6D41-4267-919D-5EEBDB3EF197}">
      <dgm:prSet/>
      <dgm:spPr/>
      <dgm:t>
        <a:bodyPr/>
        <a:lstStyle/>
        <a:p>
          <a:endParaRPr lang="en-US"/>
        </a:p>
      </dgm:t>
    </dgm:pt>
    <dgm:pt modelId="{0C263E60-7A3B-4329-AA19-71F183D5EA4F}" type="sibTrans" cxnId="{6C270633-6D41-4267-919D-5EEBDB3EF197}">
      <dgm:prSet/>
      <dgm:spPr/>
      <dgm:t>
        <a:bodyPr/>
        <a:lstStyle/>
        <a:p>
          <a:endParaRPr lang="en-US"/>
        </a:p>
      </dgm:t>
    </dgm:pt>
    <dgm:pt modelId="{283C863C-0D63-456F-8A14-C9AFAEE5273A}">
      <dgm:prSet custT="1"/>
      <dgm:spPr/>
      <dgm:t>
        <a:bodyPr/>
        <a:lstStyle/>
        <a:p>
          <a:r>
            <a:rPr lang="en-US" sz="2400" dirty="0"/>
            <a:t>Feasible</a:t>
          </a:r>
        </a:p>
      </dgm:t>
    </dgm:pt>
    <dgm:pt modelId="{22B13F9D-48B0-41A0-8BBB-7E9F9A0A8336}" type="parTrans" cxnId="{94D8BC1C-F635-496E-A41C-AEABB0C030F6}">
      <dgm:prSet/>
      <dgm:spPr/>
      <dgm:t>
        <a:bodyPr/>
        <a:lstStyle/>
        <a:p>
          <a:endParaRPr lang="en-US"/>
        </a:p>
      </dgm:t>
    </dgm:pt>
    <dgm:pt modelId="{219B3A7B-0FA6-4C22-9E69-2D04279CE123}" type="sibTrans" cxnId="{94D8BC1C-F635-496E-A41C-AEABB0C030F6}">
      <dgm:prSet/>
      <dgm:spPr/>
      <dgm:t>
        <a:bodyPr/>
        <a:lstStyle/>
        <a:p>
          <a:endParaRPr lang="en-US"/>
        </a:p>
      </dgm:t>
    </dgm:pt>
    <dgm:pt modelId="{2D75AE9F-3143-43B3-9217-C2877F7F4529}" type="pres">
      <dgm:prSet presAssocID="{7E434674-F8FA-4EA7-9E2E-62390CABFE1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60ABB70-EF68-46BC-896C-54E5186363F4}" type="pres">
      <dgm:prSet presAssocID="{412D372C-724A-4A15-85F7-D0F7528DADDC}" presName="hierRoot1" presStyleCnt="0">
        <dgm:presLayoutVars>
          <dgm:hierBranch val="init"/>
        </dgm:presLayoutVars>
      </dgm:prSet>
      <dgm:spPr/>
    </dgm:pt>
    <dgm:pt modelId="{6961789F-1358-483B-8605-1C9301B83188}" type="pres">
      <dgm:prSet presAssocID="{412D372C-724A-4A15-85F7-D0F7528DADDC}" presName="rootComposite1" presStyleCnt="0"/>
      <dgm:spPr/>
    </dgm:pt>
    <dgm:pt modelId="{2BDCBC29-C2A5-455F-85A9-7397332F7204}" type="pres">
      <dgm:prSet presAssocID="{412D372C-724A-4A15-85F7-D0F7528DADDC}" presName="rootText1" presStyleLbl="node0" presStyleIdx="0" presStyleCnt="1" custScaleX="123510">
        <dgm:presLayoutVars>
          <dgm:chPref val="3"/>
        </dgm:presLayoutVars>
      </dgm:prSet>
      <dgm:spPr/>
    </dgm:pt>
    <dgm:pt modelId="{4180A541-D0AF-4B2A-847E-EC68CDABCADF}" type="pres">
      <dgm:prSet presAssocID="{412D372C-724A-4A15-85F7-D0F7528DADDC}" presName="rootConnector1" presStyleLbl="node1" presStyleIdx="0" presStyleCnt="0"/>
      <dgm:spPr/>
    </dgm:pt>
    <dgm:pt modelId="{CA39AE2D-A573-4A02-B53E-40D89A85107D}" type="pres">
      <dgm:prSet presAssocID="{412D372C-724A-4A15-85F7-D0F7528DADDC}" presName="hierChild2" presStyleCnt="0"/>
      <dgm:spPr/>
    </dgm:pt>
    <dgm:pt modelId="{1B0201C7-1624-44CD-BC12-7AE2D24406D8}" type="pres">
      <dgm:prSet presAssocID="{20D4C1A1-2035-46C0-8012-8DA4FFAF5E40}" presName="Name37" presStyleLbl="parChTrans1D2" presStyleIdx="0" presStyleCnt="2"/>
      <dgm:spPr/>
    </dgm:pt>
    <dgm:pt modelId="{9FB53CCE-B628-41E6-8D43-8E29F52FC9AB}" type="pres">
      <dgm:prSet presAssocID="{2F799277-BC20-4447-9FB6-7CE4AE32EBE2}" presName="hierRoot2" presStyleCnt="0">
        <dgm:presLayoutVars>
          <dgm:hierBranch val="init"/>
        </dgm:presLayoutVars>
      </dgm:prSet>
      <dgm:spPr/>
    </dgm:pt>
    <dgm:pt modelId="{6194F2F0-4F43-4546-AEBA-C152BA16270D}" type="pres">
      <dgm:prSet presAssocID="{2F799277-BC20-4447-9FB6-7CE4AE32EBE2}" presName="rootComposite" presStyleCnt="0"/>
      <dgm:spPr/>
    </dgm:pt>
    <dgm:pt modelId="{0C60D4E4-68B2-4F31-8D17-036808FFD255}" type="pres">
      <dgm:prSet presAssocID="{2F799277-BC20-4447-9FB6-7CE4AE32EBE2}" presName="rootText" presStyleLbl="node2" presStyleIdx="0" presStyleCnt="2" custScaleX="109109">
        <dgm:presLayoutVars>
          <dgm:chPref val="3"/>
        </dgm:presLayoutVars>
      </dgm:prSet>
      <dgm:spPr/>
    </dgm:pt>
    <dgm:pt modelId="{3599D8D5-C728-4CB4-BE77-AC843EAE4174}" type="pres">
      <dgm:prSet presAssocID="{2F799277-BC20-4447-9FB6-7CE4AE32EBE2}" presName="rootConnector" presStyleLbl="node2" presStyleIdx="0" presStyleCnt="2"/>
      <dgm:spPr/>
    </dgm:pt>
    <dgm:pt modelId="{B2669F50-0FEB-4C75-965B-B29CC4255283}" type="pres">
      <dgm:prSet presAssocID="{2F799277-BC20-4447-9FB6-7CE4AE32EBE2}" presName="hierChild4" presStyleCnt="0"/>
      <dgm:spPr/>
    </dgm:pt>
    <dgm:pt modelId="{38B157EB-9AFF-42FD-9811-66D72641409E}" type="pres">
      <dgm:prSet presAssocID="{07D3D220-4CA8-4614-A7B2-6BB5AF1C35C6}" presName="Name37" presStyleLbl="parChTrans1D3" presStyleIdx="0" presStyleCnt="4"/>
      <dgm:spPr/>
    </dgm:pt>
    <dgm:pt modelId="{D87CB3B5-5BB7-4E34-9750-F5DB67316E7F}" type="pres">
      <dgm:prSet presAssocID="{C98445C4-19A3-4C78-AAFD-9E541CB54410}" presName="hierRoot2" presStyleCnt="0">
        <dgm:presLayoutVars>
          <dgm:hierBranch val="init"/>
        </dgm:presLayoutVars>
      </dgm:prSet>
      <dgm:spPr/>
    </dgm:pt>
    <dgm:pt modelId="{6F2047C2-34BB-4B3A-BCF8-883A162D6C63}" type="pres">
      <dgm:prSet presAssocID="{C98445C4-19A3-4C78-AAFD-9E541CB54410}" presName="rootComposite" presStyleCnt="0"/>
      <dgm:spPr/>
    </dgm:pt>
    <dgm:pt modelId="{EE922643-D301-4F37-82AE-38E48B5000E1}" type="pres">
      <dgm:prSet presAssocID="{C98445C4-19A3-4C78-AAFD-9E541CB54410}" presName="rootText" presStyleLbl="node3" presStyleIdx="0" presStyleCnt="4">
        <dgm:presLayoutVars>
          <dgm:chPref val="3"/>
        </dgm:presLayoutVars>
      </dgm:prSet>
      <dgm:spPr/>
    </dgm:pt>
    <dgm:pt modelId="{639EFF6F-F437-45EB-A8A5-64A823D6556B}" type="pres">
      <dgm:prSet presAssocID="{C98445C4-19A3-4C78-AAFD-9E541CB54410}" presName="rootConnector" presStyleLbl="node3" presStyleIdx="0" presStyleCnt="4"/>
      <dgm:spPr/>
    </dgm:pt>
    <dgm:pt modelId="{A323D2C5-F316-45E3-9BFD-FF30F199A083}" type="pres">
      <dgm:prSet presAssocID="{C98445C4-19A3-4C78-AAFD-9E541CB54410}" presName="hierChild4" presStyleCnt="0"/>
      <dgm:spPr/>
    </dgm:pt>
    <dgm:pt modelId="{2CFAFADF-D44F-41B4-9A83-1D457E5762FD}" type="pres">
      <dgm:prSet presAssocID="{C98445C4-19A3-4C78-AAFD-9E541CB54410}" presName="hierChild5" presStyleCnt="0"/>
      <dgm:spPr/>
    </dgm:pt>
    <dgm:pt modelId="{01EE0890-00E3-404C-880D-B960424FDE93}" type="pres">
      <dgm:prSet presAssocID="{22B13F9D-48B0-41A0-8BBB-7E9F9A0A8336}" presName="Name37" presStyleLbl="parChTrans1D3" presStyleIdx="1" presStyleCnt="4"/>
      <dgm:spPr/>
    </dgm:pt>
    <dgm:pt modelId="{9DD25535-BED4-4B2E-9452-26FA7631F52C}" type="pres">
      <dgm:prSet presAssocID="{283C863C-0D63-456F-8A14-C9AFAEE5273A}" presName="hierRoot2" presStyleCnt="0">
        <dgm:presLayoutVars>
          <dgm:hierBranch val="init"/>
        </dgm:presLayoutVars>
      </dgm:prSet>
      <dgm:spPr/>
    </dgm:pt>
    <dgm:pt modelId="{95097321-183C-4CA2-B295-0EF280E11FC7}" type="pres">
      <dgm:prSet presAssocID="{283C863C-0D63-456F-8A14-C9AFAEE5273A}" presName="rootComposite" presStyleCnt="0"/>
      <dgm:spPr/>
    </dgm:pt>
    <dgm:pt modelId="{85039C95-42C4-4299-B4D2-204B2FBFCB81}" type="pres">
      <dgm:prSet presAssocID="{283C863C-0D63-456F-8A14-C9AFAEE5273A}" presName="rootText" presStyleLbl="node3" presStyleIdx="1" presStyleCnt="4">
        <dgm:presLayoutVars>
          <dgm:chPref val="3"/>
        </dgm:presLayoutVars>
      </dgm:prSet>
      <dgm:spPr/>
    </dgm:pt>
    <dgm:pt modelId="{158CCD3A-6226-4152-BBF7-ECB34DAF84DC}" type="pres">
      <dgm:prSet presAssocID="{283C863C-0D63-456F-8A14-C9AFAEE5273A}" presName="rootConnector" presStyleLbl="node3" presStyleIdx="1" presStyleCnt="4"/>
      <dgm:spPr/>
    </dgm:pt>
    <dgm:pt modelId="{E282C691-4441-4631-A307-930149467A72}" type="pres">
      <dgm:prSet presAssocID="{283C863C-0D63-456F-8A14-C9AFAEE5273A}" presName="hierChild4" presStyleCnt="0"/>
      <dgm:spPr/>
    </dgm:pt>
    <dgm:pt modelId="{130C2720-E0A6-460D-8189-1352C1A33200}" type="pres">
      <dgm:prSet presAssocID="{283C863C-0D63-456F-8A14-C9AFAEE5273A}" presName="hierChild5" presStyleCnt="0"/>
      <dgm:spPr/>
    </dgm:pt>
    <dgm:pt modelId="{8A454AFF-7E86-4DE1-9CF3-A5EEB0F2990D}" type="pres">
      <dgm:prSet presAssocID="{2F799277-BC20-4447-9FB6-7CE4AE32EBE2}" presName="hierChild5" presStyleCnt="0"/>
      <dgm:spPr/>
    </dgm:pt>
    <dgm:pt modelId="{42534E29-D448-4CBC-8420-47D643A3B312}" type="pres">
      <dgm:prSet presAssocID="{A9EFACBC-87BE-404F-BC48-E51693C97FC7}" presName="Name37" presStyleLbl="parChTrans1D2" presStyleIdx="1" presStyleCnt="2"/>
      <dgm:spPr/>
    </dgm:pt>
    <dgm:pt modelId="{8AD14C98-27D1-4E2F-B8DB-B657C82D58A1}" type="pres">
      <dgm:prSet presAssocID="{70D96060-93C2-4AF3-892C-B2FBC4AF989F}" presName="hierRoot2" presStyleCnt="0">
        <dgm:presLayoutVars>
          <dgm:hierBranch val="init"/>
        </dgm:presLayoutVars>
      </dgm:prSet>
      <dgm:spPr/>
    </dgm:pt>
    <dgm:pt modelId="{BDE297F3-CCFF-4EDF-A722-3EDEB103A3A1}" type="pres">
      <dgm:prSet presAssocID="{70D96060-93C2-4AF3-892C-B2FBC4AF989F}" presName="rootComposite" presStyleCnt="0"/>
      <dgm:spPr/>
    </dgm:pt>
    <dgm:pt modelId="{F6B4CFA4-038D-4426-BD12-BC716073073E}" type="pres">
      <dgm:prSet presAssocID="{70D96060-93C2-4AF3-892C-B2FBC4AF989F}" presName="rootText" presStyleLbl="node2" presStyleIdx="1" presStyleCnt="2" custScaleX="140738">
        <dgm:presLayoutVars>
          <dgm:chPref val="3"/>
        </dgm:presLayoutVars>
      </dgm:prSet>
      <dgm:spPr/>
    </dgm:pt>
    <dgm:pt modelId="{B9D8803E-8DA5-4A58-B4D2-EF7AC78402C8}" type="pres">
      <dgm:prSet presAssocID="{70D96060-93C2-4AF3-892C-B2FBC4AF989F}" presName="rootConnector" presStyleLbl="node2" presStyleIdx="1" presStyleCnt="2"/>
      <dgm:spPr/>
    </dgm:pt>
    <dgm:pt modelId="{72F5CCA5-B853-4AAA-AB5D-FE46A33DDA3F}" type="pres">
      <dgm:prSet presAssocID="{70D96060-93C2-4AF3-892C-B2FBC4AF989F}" presName="hierChild4" presStyleCnt="0"/>
      <dgm:spPr/>
    </dgm:pt>
    <dgm:pt modelId="{70AA2859-C298-4D29-9A65-26FE54E7ED35}" type="pres">
      <dgm:prSet presAssocID="{DC50F8C3-DA3B-45B0-A996-2066D9A8E12C}" presName="Name37" presStyleLbl="parChTrans1D3" presStyleIdx="2" presStyleCnt="4"/>
      <dgm:spPr/>
    </dgm:pt>
    <dgm:pt modelId="{1DCA24F5-1C08-4480-8CE5-7707DC06F974}" type="pres">
      <dgm:prSet presAssocID="{690B3400-D624-4F58-8B1C-E3EDFAC41745}" presName="hierRoot2" presStyleCnt="0">
        <dgm:presLayoutVars>
          <dgm:hierBranch val="init"/>
        </dgm:presLayoutVars>
      </dgm:prSet>
      <dgm:spPr/>
    </dgm:pt>
    <dgm:pt modelId="{944299E5-53A3-4035-AEC6-D131AC12897D}" type="pres">
      <dgm:prSet presAssocID="{690B3400-D624-4F58-8B1C-E3EDFAC41745}" presName="rootComposite" presStyleCnt="0"/>
      <dgm:spPr/>
    </dgm:pt>
    <dgm:pt modelId="{5CD928D3-AAE6-4025-88CD-321F50B61B1D}" type="pres">
      <dgm:prSet presAssocID="{690B3400-D624-4F58-8B1C-E3EDFAC41745}" presName="rootText" presStyleLbl="node3" presStyleIdx="2" presStyleCnt="4" custScaleX="163449" custScaleY="118576">
        <dgm:presLayoutVars>
          <dgm:chPref val="3"/>
        </dgm:presLayoutVars>
      </dgm:prSet>
      <dgm:spPr/>
    </dgm:pt>
    <dgm:pt modelId="{2F584351-BDD7-48E8-AAFE-65521E1205A5}" type="pres">
      <dgm:prSet presAssocID="{690B3400-D624-4F58-8B1C-E3EDFAC41745}" presName="rootConnector" presStyleLbl="node3" presStyleIdx="2" presStyleCnt="4"/>
      <dgm:spPr/>
    </dgm:pt>
    <dgm:pt modelId="{67D3ED7E-1AEF-4B0A-BD69-3E03027D1596}" type="pres">
      <dgm:prSet presAssocID="{690B3400-D624-4F58-8B1C-E3EDFAC41745}" presName="hierChild4" presStyleCnt="0"/>
      <dgm:spPr/>
    </dgm:pt>
    <dgm:pt modelId="{F92B68A1-5298-48C9-ACC5-CEAED64B6B12}" type="pres">
      <dgm:prSet presAssocID="{690B3400-D624-4F58-8B1C-E3EDFAC41745}" presName="hierChild5" presStyleCnt="0"/>
      <dgm:spPr/>
    </dgm:pt>
    <dgm:pt modelId="{0632FFC6-1251-4CE8-AFAE-7E60B6EEA39A}" type="pres">
      <dgm:prSet presAssocID="{98D93024-E4BD-4B72-8998-11222410DEF2}" presName="Name37" presStyleLbl="parChTrans1D3" presStyleIdx="3" presStyleCnt="4"/>
      <dgm:spPr/>
    </dgm:pt>
    <dgm:pt modelId="{5BCEA55E-EE7F-4E7C-B44F-21E42E632FDE}" type="pres">
      <dgm:prSet presAssocID="{EE4195E1-EC29-4B75-ABA9-072B909D056E}" presName="hierRoot2" presStyleCnt="0">
        <dgm:presLayoutVars>
          <dgm:hierBranch val="init"/>
        </dgm:presLayoutVars>
      </dgm:prSet>
      <dgm:spPr/>
    </dgm:pt>
    <dgm:pt modelId="{B663DC9B-4DCD-4361-B7C1-74B52B4D6322}" type="pres">
      <dgm:prSet presAssocID="{EE4195E1-EC29-4B75-ABA9-072B909D056E}" presName="rootComposite" presStyleCnt="0"/>
      <dgm:spPr/>
    </dgm:pt>
    <dgm:pt modelId="{CF04B6EF-9BD9-44B2-AB11-E24795CBF3AB}" type="pres">
      <dgm:prSet presAssocID="{EE4195E1-EC29-4B75-ABA9-072B909D056E}" presName="rootText" presStyleLbl="node3" presStyleIdx="3" presStyleCnt="4" custScaleX="122920" custScaleY="116715">
        <dgm:presLayoutVars>
          <dgm:chPref val="3"/>
        </dgm:presLayoutVars>
      </dgm:prSet>
      <dgm:spPr/>
    </dgm:pt>
    <dgm:pt modelId="{0964B22D-CDB4-49CB-8551-F83DA9569B35}" type="pres">
      <dgm:prSet presAssocID="{EE4195E1-EC29-4B75-ABA9-072B909D056E}" presName="rootConnector" presStyleLbl="node3" presStyleIdx="3" presStyleCnt="4"/>
      <dgm:spPr/>
    </dgm:pt>
    <dgm:pt modelId="{423756AB-B264-46D1-BFA2-5DEFD65797A6}" type="pres">
      <dgm:prSet presAssocID="{EE4195E1-EC29-4B75-ABA9-072B909D056E}" presName="hierChild4" presStyleCnt="0"/>
      <dgm:spPr/>
    </dgm:pt>
    <dgm:pt modelId="{5AEF74F3-B3DC-49C6-9F53-71CFCA79C637}" type="pres">
      <dgm:prSet presAssocID="{EE4195E1-EC29-4B75-ABA9-072B909D056E}" presName="hierChild5" presStyleCnt="0"/>
      <dgm:spPr/>
    </dgm:pt>
    <dgm:pt modelId="{D1EF2CE1-E647-4D67-85B7-841FBDCA13E8}" type="pres">
      <dgm:prSet presAssocID="{70D96060-93C2-4AF3-892C-B2FBC4AF989F}" presName="hierChild5" presStyleCnt="0"/>
      <dgm:spPr/>
    </dgm:pt>
    <dgm:pt modelId="{1929E971-89CB-44F3-9ABE-B83F2B3501F0}" type="pres">
      <dgm:prSet presAssocID="{412D372C-724A-4A15-85F7-D0F7528DADDC}" presName="hierChild3" presStyleCnt="0"/>
      <dgm:spPr/>
    </dgm:pt>
  </dgm:ptLst>
  <dgm:cxnLst>
    <dgm:cxn modelId="{60C18E00-F7CB-4AFD-9935-C23F91443AD8}" type="presOf" srcId="{283C863C-0D63-456F-8A14-C9AFAEE5273A}" destId="{85039C95-42C4-4299-B4D2-204B2FBFCB81}" srcOrd="0" destOrd="0" presId="urn:microsoft.com/office/officeart/2005/8/layout/orgChart1"/>
    <dgm:cxn modelId="{D871D707-E445-4EF6-921D-CE2763FE5923}" type="presOf" srcId="{70D96060-93C2-4AF3-892C-B2FBC4AF989F}" destId="{F6B4CFA4-038D-4426-BD12-BC716073073E}" srcOrd="0" destOrd="0" presId="urn:microsoft.com/office/officeart/2005/8/layout/orgChart1"/>
    <dgm:cxn modelId="{F13C6719-8FE1-4C7F-B910-4D966DF510E7}" type="presOf" srcId="{2F799277-BC20-4447-9FB6-7CE4AE32EBE2}" destId="{0C60D4E4-68B2-4F31-8D17-036808FFD255}" srcOrd="0" destOrd="0" presId="urn:microsoft.com/office/officeart/2005/8/layout/orgChart1"/>
    <dgm:cxn modelId="{422BB119-FD6C-4E67-92DB-EC4F77D7DFCF}" type="presOf" srcId="{7E434674-F8FA-4EA7-9E2E-62390CABFE1A}" destId="{2D75AE9F-3143-43B3-9217-C2877F7F4529}" srcOrd="0" destOrd="0" presId="urn:microsoft.com/office/officeart/2005/8/layout/orgChart1"/>
    <dgm:cxn modelId="{94D8BC1C-F635-496E-A41C-AEABB0C030F6}" srcId="{2F799277-BC20-4447-9FB6-7CE4AE32EBE2}" destId="{283C863C-0D63-456F-8A14-C9AFAEE5273A}" srcOrd="1" destOrd="0" parTransId="{22B13F9D-48B0-41A0-8BBB-7E9F9A0A8336}" sibTransId="{219B3A7B-0FA6-4C22-9E69-2D04279CE123}"/>
    <dgm:cxn modelId="{1A45AA2F-18B5-41DF-B058-C922FA7162C3}" srcId="{70D96060-93C2-4AF3-892C-B2FBC4AF989F}" destId="{690B3400-D624-4F58-8B1C-E3EDFAC41745}" srcOrd="0" destOrd="0" parTransId="{DC50F8C3-DA3B-45B0-A996-2066D9A8E12C}" sibTransId="{1BBFC072-EC7C-4159-A538-4CEA96DE306D}"/>
    <dgm:cxn modelId="{6C270633-6D41-4267-919D-5EEBDB3EF197}" srcId="{2F799277-BC20-4447-9FB6-7CE4AE32EBE2}" destId="{C98445C4-19A3-4C78-AAFD-9E541CB54410}" srcOrd="0" destOrd="0" parTransId="{07D3D220-4CA8-4614-A7B2-6BB5AF1C35C6}" sibTransId="{0C263E60-7A3B-4329-AA19-71F183D5EA4F}"/>
    <dgm:cxn modelId="{D9A2FA3B-9D9F-43C3-AB2A-E30F5D56CDCA}" type="presOf" srcId="{70D96060-93C2-4AF3-892C-B2FBC4AF989F}" destId="{B9D8803E-8DA5-4A58-B4D2-EF7AC78402C8}" srcOrd="1" destOrd="0" presId="urn:microsoft.com/office/officeart/2005/8/layout/orgChart1"/>
    <dgm:cxn modelId="{66352F5C-4BFB-404E-9E9D-DB06953E90F6}" type="presOf" srcId="{22B13F9D-48B0-41A0-8BBB-7E9F9A0A8336}" destId="{01EE0890-00E3-404C-880D-B960424FDE93}" srcOrd="0" destOrd="0" presId="urn:microsoft.com/office/officeart/2005/8/layout/orgChart1"/>
    <dgm:cxn modelId="{3E12CE53-5314-4136-A0DF-1045AD8CA4CF}" srcId="{7E434674-F8FA-4EA7-9E2E-62390CABFE1A}" destId="{412D372C-724A-4A15-85F7-D0F7528DADDC}" srcOrd="0" destOrd="0" parTransId="{454E0C53-BE20-451E-8C56-F7182FFD3F1D}" sibTransId="{A71AA285-8896-4107-ACB1-5AB3DB8134EE}"/>
    <dgm:cxn modelId="{B3C43857-374C-443E-8F77-925E4F45589D}" type="presOf" srcId="{283C863C-0D63-456F-8A14-C9AFAEE5273A}" destId="{158CCD3A-6226-4152-BBF7-ECB34DAF84DC}" srcOrd="1" destOrd="0" presId="urn:microsoft.com/office/officeart/2005/8/layout/orgChart1"/>
    <dgm:cxn modelId="{22016B8B-74FD-4A6A-BAC6-5213A990D453}" type="presOf" srcId="{2F799277-BC20-4447-9FB6-7CE4AE32EBE2}" destId="{3599D8D5-C728-4CB4-BE77-AC843EAE4174}" srcOrd="1" destOrd="0" presId="urn:microsoft.com/office/officeart/2005/8/layout/orgChart1"/>
    <dgm:cxn modelId="{705FA48C-C14A-4C25-A27A-30669DE5759F}" srcId="{70D96060-93C2-4AF3-892C-B2FBC4AF989F}" destId="{EE4195E1-EC29-4B75-ABA9-072B909D056E}" srcOrd="1" destOrd="0" parTransId="{98D93024-E4BD-4B72-8998-11222410DEF2}" sibTransId="{49C7540D-D1F0-4B83-B354-837E21BA67BB}"/>
    <dgm:cxn modelId="{9C3CD095-E994-4947-8617-CF9940B37CDC}" type="presOf" srcId="{690B3400-D624-4F58-8B1C-E3EDFAC41745}" destId="{2F584351-BDD7-48E8-AAFE-65521E1205A5}" srcOrd="1" destOrd="0" presId="urn:microsoft.com/office/officeart/2005/8/layout/orgChart1"/>
    <dgm:cxn modelId="{EDA2EDA2-E5C0-4DED-8725-8A4136D685FC}" type="presOf" srcId="{98D93024-E4BD-4B72-8998-11222410DEF2}" destId="{0632FFC6-1251-4CE8-AFAE-7E60B6EEA39A}" srcOrd="0" destOrd="0" presId="urn:microsoft.com/office/officeart/2005/8/layout/orgChart1"/>
    <dgm:cxn modelId="{30C92EA6-6B31-4EEC-A611-3B719D0A9F51}" type="presOf" srcId="{C98445C4-19A3-4C78-AAFD-9E541CB54410}" destId="{639EFF6F-F437-45EB-A8A5-64A823D6556B}" srcOrd="1" destOrd="0" presId="urn:microsoft.com/office/officeart/2005/8/layout/orgChart1"/>
    <dgm:cxn modelId="{8A4777AA-6D47-42B4-BD5F-FCFA19729ABA}" type="presOf" srcId="{A9EFACBC-87BE-404F-BC48-E51693C97FC7}" destId="{42534E29-D448-4CBC-8420-47D643A3B312}" srcOrd="0" destOrd="0" presId="urn:microsoft.com/office/officeart/2005/8/layout/orgChart1"/>
    <dgm:cxn modelId="{A75F7EAC-BC00-4302-B899-448F6A7443D2}" type="presOf" srcId="{690B3400-D624-4F58-8B1C-E3EDFAC41745}" destId="{5CD928D3-AAE6-4025-88CD-321F50B61B1D}" srcOrd="0" destOrd="0" presId="urn:microsoft.com/office/officeart/2005/8/layout/orgChart1"/>
    <dgm:cxn modelId="{BC7690B2-DDFD-4531-A270-34E41A6355A2}" type="presOf" srcId="{20D4C1A1-2035-46C0-8012-8DA4FFAF5E40}" destId="{1B0201C7-1624-44CD-BC12-7AE2D24406D8}" srcOrd="0" destOrd="0" presId="urn:microsoft.com/office/officeart/2005/8/layout/orgChart1"/>
    <dgm:cxn modelId="{378A37B9-CE61-4D62-979D-C1DA4BF91C8C}" srcId="{412D372C-724A-4A15-85F7-D0F7528DADDC}" destId="{70D96060-93C2-4AF3-892C-B2FBC4AF989F}" srcOrd="1" destOrd="0" parTransId="{A9EFACBC-87BE-404F-BC48-E51693C97FC7}" sibTransId="{DA0F1BC9-C3E7-4436-A964-E67E572B4EE2}"/>
    <dgm:cxn modelId="{B381F4BC-56B1-4795-9236-BDAFEDBCB13D}" type="presOf" srcId="{07D3D220-4CA8-4614-A7B2-6BB5AF1C35C6}" destId="{38B157EB-9AFF-42FD-9811-66D72641409E}" srcOrd="0" destOrd="0" presId="urn:microsoft.com/office/officeart/2005/8/layout/orgChart1"/>
    <dgm:cxn modelId="{FC7C61BF-0FCD-462D-A093-0F237DB4F3FA}" type="presOf" srcId="{C98445C4-19A3-4C78-AAFD-9E541CB54410}" destId="{EE922643-D301-4F37-82AE-38E48B5000E1}" srcOrd="0" destOrd="0" presId="urn:microsoft.com/office/officeart/2005/8/layout/orgChart1"/>
    <dgm:cxn modelId="{CBCDEAC9-7039-45A2-8DE3-4ABAA343F9C5}" type="presOf" srcId="{DC50F8C3-DA3B-45B0-A996-2066D9A8E12C}" destId="{70AA2859-C298-4D29-9A65-26FE54E7ED35}" srcOrd="0" destOrd="0" presId="urn:microsoft.com/office/officeart/2005/8/layout/orgChart1"/>
    <dgm:cxn modelId="{08E073D4-C17E-4E86-9B02-E51649A5759C}" type="presOf" srcId="{412D372C-724A-4A15-85F7-D0F7528DADDC}" destId="{4180A541-D0AF-4B2A-847E-EC68CDABCADF}" srcOrd="1" destOrd="0" presId="urn:microsoft.com/office/officeart/2005/8/layout/orgChart1"/>
    <dgm:cxn modelId="{A7BB15E4-7225-41BB-AD8B-4C879438C4DC}" srcId="{412D372C-724A-4A15-85F7-D0F7528DADDC}" destId="{2F799277-BC20-4447-9FB6-7CE4AE32EBE2}" srcOrd="0" destOrd="0" parTransId="{20D4C1A1-2035-46C0-8012-8DA4FFAF5E40}" sibTransId="{1DD6E167-1D3D-41E2-899D-E7FB5C6C814D}"/>
    <dgm:cxn modelId="{D21E78EF-57C6-4274-803D-91DB825CA086}" type="presOf" srcId="{EE4195E1-EC29-4B75-ABA9-072B909D056E}" destId="{0964B22D-CDB4-49CB-8551-F83DA9569B35}" srcOrd="1" destOrd="0" presId="urn:microsoft.com/office/officeart/2005/8/layout/orgChart1"/>
    <dgm:cxn modelId="{D65EADF2-E4BF-482D-8699-92EA90A806AB}" type="presOf" srcId="{412D372C-724A-4A15-85F7-D0F7528DADDC}" destId="{2BDCBC29-C2A5-455F-85A9-7397332F7204}" srcOrd="0" destOrd="0" presId="urn:microsoft.com/office/officeart/2005/8/layout/orgChart1"/>
    <dgm:cxn modelId="{A3CE81F5-E828-4A2D-9CDC-CAE58BD00C49}" type="presOf" srcId="{EE4195E1-EC29-4B75-ABA9-072B909D056E}" destId="{CF04B6EF-9BD9-44B2-AB11-E24795CBF3AB}" srcOrd="0" destOrd="0" presId="urn:microsoft.com/office/officeart/2005/8/layout/orgChart1"/>
    <dgm:cxn modelId="{D5A40968-7112-4CC3-BB73-A07CF452D28C}" type="presParOf" srcId="{2D75AE9F-3143-43B3-9217-C2877F7F4529}" destId="{160ABB70-EF68-46BC-896C-54E5186363F4}" srcOrd="0" destOrd="0" presId="urn:microsoft.com/office/officeart/2005/8/layout/orgChart1"/>
    <dgm:cxn modelId="{4DE9FCBC-8A3A-4455-ADC5-D2BBA874C4E1}" type="presParOf" srcId="{160ABB70-EF68-46BC-896C-54E5186363F4}" destId="{6961789F-1358-483B-8605-1C9301B83188}" srcOrd="0" destOrd="0" presId="urn:microsoft.com/office/officeart/2005/8/layout/orgChart1"/>
    <dgm:cxn modelId="{0D6F0D03-F345-4403-B9A6-5C94FB6215CD}" type="presParOf" srcId="{6961789F-1358-483B-8605-1C9301B83188}" destId="{2BDCBC29-C2A5-455F-85A9-7397332F7204}" srcOrd="0" destOrd="0" presId="urn:microsoft.com/office/officeart/2005/8/layout/orgChart1"/>
    <dgm:cxn modelId="{0920A259-8987-42DD-BA79-8BE68A844DBE}" type="presParOf" srcId="{6961789F-1358-483B-8605-1C9301B83188}" destId="{4180A541-D0AF-4B2A-847E-EC68CDABCADF}" srcOrd="1" destOrd="0" presId="urn:microsoft.com/office/officeart/2005/8/layout/orgChart1"/>
    <dgm:cxn modelId="{E56A7103-257B-4A94-A069-5B52BEF87D2B}" type="presParOf" srcId="{160ABB70-EF68-46BC-896C-54E5186363F4}" destId="{CA39AE2D-A573-4A02-B53E-40D89A85107D}" srcOrd="1" destOrd="0" presId="urn:microsoft.com/office/officeart/2005/8/layout/orgChart1"/>
    <dgm:cxn modelId="{611A6727-97C9-4719-959D-8773F637CE22}" type="presParOf" srcId="{CA39AE2D-A573-4A02-B53E-40D89A85107D}" destId="{1B0201C7-1624-44CD-BC12-7AE2D24406D8}" srcOrd="0" destOrd="0" presId="urn:microsoft.com/office/officeart/2005/8/layout/orgChart1"/>
    <dgm:cxn modelId="{D7CC062A-2256-4735-A5D0-65B5C210BC90}" type="presParOf" srcId="{CA39AE2D-A573-4A02-B53E-40D89A85107D}" destId="{9FB53CCE-B628-41E6-8D43-8E29F52FC9AB}" srcOrd="1" destOrd="0" presId="urn:microsoft.com/office/officeart/2005/8/layout/orgChart1"/>
    <dgm:cxn modelId="{9B0CC11E-8A3D-4F3C-AC81-7F94BEEE6362}" type="presParOf" srcId="{9FB53CCE-B628-41E6-8D43-8E29F52FC9AB}" destId="{6194F2F0-4F43-4546-AEBA-C152BA16270D}" srcOrd="0" destOrd="0" presId="urn:microsoft.com/office/officeart/2005/8/layout/orgChart1"/>
    <dgm:cxn modelId="{B05D6B86-55C3-4108-9BF6-5509D6CCF6D3}" type="presParOf" srcId="{6194F2F0-4F43-4546-AEBA-C152BA16270D}" destId="{0C60D4E4-68B2-4F31-8D17-036808FFD255}" srcOrd="0" destOrd="0" presId="urn:microsoft.com/office/officeart/2005/8/layout/orgChart1"/>
    <dgm:cxn modelId="{D4891509-1BBA-4AAD-A670-84000F049A44}" type="presParOf" srcId="{6194F2F0-4F43-4546-AEBA-C152BA16270D}" destId="{3599D8D5-C728-4CB4-BE77-AC843EAE4174}" srcOrd="1" destOrd="0" presId="urn:microsoft.com/office/officeart/2005/8/layout/orgChart1"/>
    <dgm:cxn modelId="{4176EB84-D6DF-41D8-A7B1-81287273703B}" type="presParOf" srcId="{9FB53CCE-B628-41E6-8D43-8E29F52FC9AB}" destId="{B2669F50-0FEB-4C75-965B-B29CC4255283}" srcOrd="1" destOrd="0" presId="urn:microsoft.com/office/officeart/2005/8/layout/orgChart1"/>
    <dgm:cxn modelId="{D3675FE0-8872-483E-B17E-E7559116147C}" type="presParOf" srcId="{B2669F50-0FEB-4C75-965B-B29CC4255283}" destId="{38B157EB-9AFF-42FD-9811-66D72641409E}" srcOrd="0" destOrd="0" presId="urn:microsoft.com/office/officeart/2005/8/layout/orgChart1"/>
    <dgm:cxn modelId="{AE18A4EA-318E-4B7A-A922-5457779C2CB6}" type="presParOf" srcId="{B2669F50-0FEB-4C75-965B-B29CC4255283}" destId="{D87CB3B5-5BB7-4E34-9750-F5DB67316E7F}" srcOrd="1" destOrd="0" presId="urn:microsoft.com/office/officeart/2005/8/layout/orgChart1"/>
    <dgm:cxn modelId="{603B11D5-16AC-45EC-A85B-9CD8E9091D3D}" type="presParOf" srcId="{D87CB3B5-5BB7-4E34-9750-F5DB67316E7F}" destId="{6F2047C2-34BB-4B3A-BCF8-883A162D6C63}" srcOrd="0" destOrd="0" presId="urn:microsoft.com/office/officeart/2005/8/layout/orgChart1"/>
    <dgm:cxn modelId="{10D3BF06-788C-43AF-9630-90CE8329EFCE}" type="presParOf" srcId="{6F2047C2-34BB-4B3A-BCF8-883A162D6C63}" destId="{EE922643-D301-4F37-82AE-38E48B5000E1}" srcOrd="0" destOrd="0" presId="urn:microsoft.com/office/officeart/2005/8/layout/orgChart1"/>
    <dgm:cxn modelId="{7E829948-48F8-4C33-B4AC-882598B7681C}" type="presParOf" srcId="{6F2047C2-34BB-4B3A-BCF8-883A162D6C63}" destId="{639EFF6F-F437-45EB-A8A5-64A823D6556B}" srcOrd="1" destOrd="0" presId="urn:microsoft.com/office/officeart/2005/8/layout/orgChart1"/>
    <dgm:cxn modelId="{0FF2DB46-BEEA-44A7-89C4-A2F110D23D9E}" type="presParOf" srcId="{D87CB3B5-5BB7-4E34-9750-F5DB67316E7F}" destId="{A323D2C5-F316-45E3-9BFD-FF30F199A083}" srcOrd="1" destOrd="0" presId="urn:microsoft.com/office/officeart/2005/8/layout/orgChart1"/>
    <dgm:cxn modelId="{30D4197D-3A63-48E6-AFCC-8D265CDD0C2C}" type="presParOf" srcId="{D87CB3B5-5BB7-4E34-9750-F5DB67316E7F}" destId="{2CFAFADF-D44F-41B4-9A83-1D457E5762FD}" srcOrd="2" destOrd="0" presId="urn:microsoft.com/office/officeart/2005/8/layout/orgChart1"/>
    <dgm:cxn modelId="{0025AC2E-B58A-4BBB-92C4-35B0A2AF2447}" type="presParOf" srcId="{B2669F50-0FEB-4C75-965B-B29CC4255283}" destId="{01EE0890-00E3-404C-880D-B960424FDE93}" srcOrd="2" destOrd="0" presId="urn:microsoft.com/office/officeart/2005/8/layout/orgChart1"/>
    <dgm:cxn modelId="{07DEFDBD-9B7B-4BEA-970D-88F004FB4769}" type="presParOf" srcId="{B2669F50-0FEB-4C75-965B-B29CC4255283}" destId="{9DD25535-BED4-4B2E-9452-26FA7631F52C}" srcOrd="3" destOrd="0" presId="urn:microsoft.com/office/officeart/2005/8/layout/orgChart1"/>
    <dgm:cxn modelId="{555409AC-8FBF-459D-A9D0-5E1D2DA62D9A}" type="presParOf" srcId="{9DD25535-BED4-4B2E-9452-26FA7631F52C}" destId="{95097321-183C-4CA2-B295-0EF280E11FC7}" srcOrd="0" destOrd="0" presId="urn:microsoft.com/office/officeart/2005/8/layout/orgChart1"/>
    <dgm:cxn modelId="{CB98A8C2-63A5-442F-B1D3-2B9F3FEDB675}" type="presParOf" srcId="{95097321-183C-4CA2-B295-0EF280E11FC7}" destId="{85039C95-42C4-4299-B4D2-204B2FBFCB81}" srcOrd="0" destOrd="0" presId="urn:microsoft.com/office/officeart/2005/8/layout/orgChart1"/>
    <dgm:cxn modelId="{CC50AC15-0B50-4CD6-A2E1-F8183DA77EE4}" type="presParOf" srcId="{95097321-183C-4CA2-B295-0EF280E11FC7}" destId="{158CCD3A-6226-4152-BBF7-ECB34DAF84DC}" srcOrd="1" destOrd="0" presId="urn:microsoft.com/office/officeart/2005/8/layout/orgChart1"/>
    <dgm:cxn modelId="{591C8555-0A2E-4D2D-9761-1CC8161728E5}" type="presParOf" srcId="{9DD25535-BED4-4B2E-9452-26FA7631F52C}" destId="{E282C691-4441-4631-A307-930149467A72}" srcOrd="1" destOrd="0" presId="urn:microsoft.com/office/officeart/2005/8/layout/orgChart1"/>
    <dgm:cxn modelId="{4BFFF2D3-F9C5-4AEB-B04F-AEAABB5EBE71}" type="presParOf" srcId="{9DD25535-BED4-4B2E-9452-26FA7631F52C}" destId="{130C2720-E0A6-460D-8189-1352C1A33200}" srcOrd="2" destOrd="0" presId="urn:microsoft.com/office/officeart/2005/8/layout/orgChart1"/>
    <dgm:cxn modelId="{54AE040A-0989-4E48-B2CC-0A098C8DF130}" type="presParOf" srcId="{9FB53CCE-B628-41E6-8D43-8E29F52FC9AB}" destId="{8A454AFF-7E86-4DE1-9CF3-A5EEB0F2990D}" srcOrd="2" destOrd="0" presId="urn:microsoft.com/office/officeart/2005/8/layout/orgChart1"/>
    <dgm:cxn modelId="{4B9831FF-E2FC-4B60-AEF7-315419C2488B}" type="presParOf" srcId="{CA39AE2D-A573-4A02-B53E-40D89A85107D}" destId="{42534E29-D448-4CBC-8420-47D643A3B312}" srcOrd="2" destOrd="0" presId="urn:microsoft.com/office/officeart/2005/8/layout/orgChart1"/>
    <dgm:cxn modelId="{7A4C5280-B4FE-407C-B2B8-C82D514A1150}" type="presParOf" srcId="{CA39AE2D-A573-4A02-B53E-40D89A85107D}" destId="{8AD14C98-27D1-4E2F-B8DB-B657C82D58A1}" srcOrd="3" destOrd="0" presId="urn:microsoft.com/office/officeart/2005/8/layout/orgChart1"/>
    <dgm:cxn modelId="{8266EFAD-132D-4520-B1F4-C51EA4954EEB}" type="presParOf" srcId="{8AD14C98-27D1-4E2F-B8DB-B657C82D58A1}" destId="{BDE297F3-CCFF-4EDF-A722-3EDEB103A3A1}" srcOrd="0" destOrd="0" presId="urn:microsoft.com/office/officeart/2005/8/layout/orgChart1"/>
    <dgm:cxn modelId="{5F787989-530A-4679-86A2-27C9FE5ACC6E}" type="presParOf" srcId="{BDE297F3-CCFF-4EDF-A722-3EDEB103A3A1}" destId="{F6B4CFA4-038D-4426-BD12-BC716073073E}" srcOrd="0" destOrd="0" presId="urn:microsoft.com/office/officeart/2005/8/layout/orgChart1"/>
    <dgm:cxn modelId="{52FA9A6F-8F7E-4636-A510-00BAD87FBA90}" type="presParOf" srcId="{BDE297F3-CCFF-4EDF-A722-3EDEB103A3A1}" destId="{B9D8803E-8DA5-4A58-B4D2-EF7AC78402C8}" srcOrd="1" destOrd="0" presId="urn:microsoft.com/office/officeart/2005/8/layout/orgChart1"/>
    <dgm:cxn modelId="{663B0C4A-143E-499C-A9B3-C749D8B5FDF0}" type="presParOf" srcId="{8AD14C98-27D1-4E2F-B8DB-B657C82D58A1}" destId="{72F5CCA5-B853-4AAA-AB5D-FE46A33DDA3F}" srcOrd="1" destOrd="0" presId="urn:microsoft.com/office/officeart/2005/8/layout/orgChart1"/>
    <dgm:cxn modelId="{46502DED-1822-4400-BC89-1A3BB55393CA}" type="presParOf" srcId="{72F5CCA5-B853-4AAA-AB5D-FE46A33DDA3F}" destId="{70AA2859-C298-4D29-9A65-26FE54E7ED35}" srcOrd="0" destOrd="0" presId="urn:microsoft.com/office/officeart/2005/8/layout/orgChart1"/>
    <dgm:cxn modelId="{AD041534-98CD-432C-B063-274C0CEF513C}" type="presParOf" srcId="{72F5CCA5-B853-4AAA-AB5D-FE46A33DDA3F}" destId="{1DCA24F5-1C08-4480-8CE5-7707DC06F974}" srcOrd="1" destOrd="0" presId="urn:microsoft.com/office/officeart/2005/8/layout/orgChart1"/>
    <dgm:cxn modelId="{53DEF8A6-B3BB-478D-807B-1E6F754746E5}" type="presParOf" srcId="{1DCA24F5-1C08-4480-8CE5-7707DC06F974}" destId="{944299E5-53A3-4035-AEC6-D131AC12897D}" srcOrd="0" destOrd="0" presId="urn:microsoft.com/office/officeart/2005/8/layout/orgChart1"/>
    <dgm:cxn modelId="{EFBADAEF-90DF-4B54-A31C-D5705EF7E30C}" type="presParOf" srcId="{944299E5-53A3-4035-AEC6-D131AC12897D}" destId="{5CD928D3-AAE6-4025-88CD-321F50B61B1D}" srcOrd="0" destOrd="0" presId="urn:microsoft.com/office/officeart/2005/8/layout/orgChart1"/>
    <dgm:cxn modelId="{5F1F3C93-8668-46F6-9732-461C60E66321}" type="presParOf" srcId="{944299E5-53A3-4035-AEC6-D131AC12897D}" destId="{2F584351-BDD7-48E8-AAFE-65521E1205A5}" srcOrd="1" destOrd="0" presId="urn:microsoft.com/office/officeart/2005/8/layout/orgChart1"/>
    <dgm:cxn modelId="{0E87B64D-3ACE-400F-8D1C-FE8F07EC8BBD}" type="presParOf" srcId="{1DCA24F5-1C08-4480-8CE5-7707DC06F974}" destId="{67D3ED7E-1AEF-4B0A-BD69-3E03027D1596}" srcOrd="1" destOrd="0" presId="urn:microsoft.com/office/officeart/2005/8/layout/orgChart1"/>
    <dgm:cxn modelId="{98573492-A134-4BC3-A47E-47CFA4937B79}" type="presParOf" srcId="{1DCA24F5-1C08-4480-8CE5-7707DC06F974}" destId="{F92B68A1-5298-48C9-ACC5-CEAED64B6B12}" srcOrd="2" destOrd="0" presId="urn:microsoft.com/office/officeart/2005/8/layout/orgChart1"/>
    <dgm:cxn modelId="{624D58E9-8044-40AE-85F4-5682E9997378}" type="presParOf" srcId="{72F5CCA5-B853-4AAA-AB5D-FE46A33DDA3F}" destId="{0632FFC6-1251-4CE8-AFAE-7E60B6EEA39A}" srcOrd="2" destOrd="0" presId="urn:microsoft.com/office/officeart/2005/8/layout/orgChart1"/>
    <dgm:cxn modelId="{CA203C91-A489-45D2-BF09-A76819AB2347}" type="presParOf" srcId="{72F5CCA5-B853-4AAA-AB5D-FE46A33DDA3F}" destId="{5BCEA55E-EE7F-4E7C-B44F-21E42E632FDE}" srcOrd="3" destOrd="0" presId="urn:microsoft.com/office/officeart/2005/8/layout/orgChart1"/>
    <dgm:cxn modelId="{83A56770-E4FB-4A3E-A757-02E4E5454B1C}" type="presParOf" srcId="{5BCEA55E-EE7F-4E7C-B44F-21E42E632FDE}" destId="{B663DC9B-4DCD-4361-B7C1-74B52B4D6322}" srcOrd="0" destOrd="0" presId="urn:microsoft.com/office/officeart/2005/8/layout/orgChart1"/>
    <dgm:cxn modelId="{49F5FD5B-E72A-46F9-8C7B-EEFC6C27F775}" type="presParOf" srcId="{B663DC9B-4DCD-4361-B7C1-74B52B4D6322}" destId="{CF04B6EF-9BD9-44B2-AB11-E24795CBF3AB}" srcOrd="0" destOrd="0" presId="urn:microsoft.com/office/officeart/2005/8/layout/orgChart1"/>
    <dgm:cxn modelId="{CDA2E5DD-4FED-4295-AA25-D4438542F99A}" type="presParOf" srcId="{B663DC9B-4DCD-4361-B7C1-74B52B4D6322}" destId="{0964B22D-CDB4-49CB-8551-F83DA9569B35}" srcOrd="1" destOrd="0" presId="urn:microsoft.com/office/officeart/2005/8/layout/orgChart1"/>
    <dgm:cxn modelId="{7C40CB93-BE69-4C96-94DA-C380950B5580}" type="presParOf" srcId="{5BCEA55E-EE7F-4E7C-B44F-21E42E632FDE}" destId="{423756AB-B264-46D1-BFA2-5DEFD65797A6}" srcOrd="1" destOrd="0" presId="urn:microsoft.com/office/officeart/2005/8/layout/orgChart1"/>
    <dgm:cxn modelId="{ED6E245E-0F66-4E17-AABB-370A55CF7EB6}" type="presParOf" srcId="{5BCEA55E-EE7F-4E7C-B44F-21E42E632FDE}" destId="{5AEF74F3-B3DC-49C6-9F53-71CFCA79C637}" srcOrd="2" destOrd="0" presId="urn:microsoft.com/office/officeart/2005/8/layout/orgChart1"/>
    <dgm:cxn modelId="{58CA4211-A84B-45DE-89C7-E22BF4017C1F}" type="presParOf" srcId="{8AD14C98-27D1-4E2F-B8DB-B657C82D58A1}" destId="{D1EF2CE1-E647-4D67-85B7-841FBDCA13E8}" srcOrd="2" destOrd="0" presId="urn:microsoft.com/office/officeart/2005/8/layout/orgChart1"/>
    <dgm:cxn modelId="{594EA044-C095-46B3-BD10-6F5E7B6A934B}" type="presParOf" srcId="{160ABB70-EF68-46BC-896C-54E5186363F4}" destId="{1929E971-89CB-44F3-9ABE-B83F2B3501F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2FFC6-1251-4CE8-AFAE-7E60B6EEA39A}">
      <dsp:nvSpPr>
        <dsp:cNvPr id="0" name=""/>
        <dsp:cNvSpPr/>
      </dsp:nvSpPr>
      <dsp:spPr>
        <a:xfrm>
          <a:off x="2493566" y="1721843"/>
          <a:ext cx="300248" cy="18555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5571"/>
              </a:lnTo>
              <a:lnTo>
                <a:pt x="300248" y="18555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AA2859-C298-4D29-9A65-26FE54E7ED35}">
      <dsp:nvSpPr>
        <dsp:cNvPr id="0" name=""/>
        <dsp:cNvSpPr/>
      </dsp:nvSpPr>
      <dsp:spPr>
        <a:xfrm>
          <a:off x="2493566" y="1721843"/>
          <a:ext cx="300248" cy="720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0287"/>
              </a:lnTo>
              <a:lnTo>
                <a:pt x="300248" y="72028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534E29-D448-4CBC-8420-47D643A3B312}">
      <dsp:nvSpPr>
        <dsp:cNvPr id="0" name=""/>
        <dsp:cNvSpPr/>
      </dsp:nvSpPr>
      <dsp:spPr>
        <a:xfrm>
          <a:off x="2368986" y="712042"/>
          <a:ext cx="925241" cy="2986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336"/>
              </a:lnTo>
              <a:lnTo>
                <a:pt x="925241" y="149336"/>
              </a:lnTo>
              <a:lnTo>
                <a:pt x="925241" y="29867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EE0890-00E3-404C-880D-B960424FDE93}">
      <dsp:nvSpPr>
        <dsp:cNvPr id="0" name=""/>
        <dsp:cNvSpPr/>
      </dsp:nvSpPr>
      <dsp:spPr>
        <a:xfrm>
          <a:off x="598098" y="1721843"/>
          <a:ext cx="232771" cy="16640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4039"/>
              </a:lnTo>
              <a:lnTo>
                <a:pt x="232771" y="166403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B157EB-9AFF-42FD-9811-66D72641409E}">
      <dsp:nvSpPr>
        <dsp:cNvPr id="0" name=""/>
        <dsp:cNvSpPr/>
      </dsp:nvSpPr>
      <dsp:spPr>
        <a:xfrm>
          <a:off x="598098" y="1721843"/>
          <a:ext cx="232771" cy="6542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4237"/>
              </a:lnTo>
              <a:lnTo>
                <a:pt x="232771" y="6542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0201C7-1624-44CD-BC12-7AE2D24406D8}">
      <dsp:nvSpPr>
        <dsp:cNvPr id="0" name=""/>
        <dsp:cNvSpPr/>
      </dsp:nvSpPr>
      <dsp:spPr>
        <a:xfrm>
          <a:off x="1218822" y="712042"/>
          <a:ext cx="1150164" cy="298673"/>
        </a:xfrm>
        <a:custGeom>
          <a:avLst/>
          <a:gdLst/>
          <a:ahLst/>
          <a:cxnLst/>
          <a:rect l="0" t="0" r="0" b="0"/>
          <a:pathLst>
            <a:path>
              <a:moveTo>
                <a:pt x="1150164" y="0"/>
              </a:moveTo>
              <a:lnTo>
                <a:pt x="1150164" y="149336"/>
              </a:lnTo>
              <a:lnTo>
                <a:pt x="0" y="149336"/>
              </a:lnTo>
              <a:lnTo>
                <a:pt x="0" y="29867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DCBC29-C2A5-455F-85A9-7397332F7204}">
      <dsp:nvSpPr>
        <dsp:cNvPr id="0" name=""/>
        <dsp:cNvSpPr/>
      </dsp:nvSpPr>
      <dsp:spPr>
        <a:xfrm>
          <a:off x="1490672" y="914"/>
          <a:ext cx="1756628" cy="7111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  <a:cs typeface="Times New Roman" panose="02020603050405020304" pitchFamily="18" charset="0"/>
            </a:rPr>
            <a:t>Performance Metrics</a:t>
          </a:r>
        </a:p>
      </dsp:txBody>
      <dsp:txXfrm>
        <a:off x="1490672" y="914"/>
        <a:ext cx="1756628" cy="711128"/>
      </dsp:txXfrm>
    </dsp:sp>
    <dsp:sp modelId="{0C60D4E4-68B2-4F31-8D17-036808FFD255}">
      <dsp:nvSpPr>
        <dsp:cNvPr id="0" name=""/>
        <dsp:cNvSpPr/>
      </dsp:nvSpPr>
      <dsp:spPr>
        <a:xfrm>
          <a:off x="442917" y="1010715"/>
          <a:ext cx="1551809" cy="7111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  <a:cs typeface="Times New Roman" panose="02020603050405020304" pitchFamily="18" charset="0"/>
            </a:rPr>
            <a:t>Objective Solution</a:t>
          </a:r>
        </a:p>
      </dsp:txBody>
      <dsp:txXfrm>
        <a:off x="442917" y="1010715"/>
        <a:ext cx="1551809" cy="711128"/>
      </dsp:txXfrm>
    </dsp:sp>
    <dsp:sp modelId="{EE922643-D301-4F37-82AE-38E48B5000E1}">
      <dsp:nvSpPr>
        <dsp:cNvPr id="0" name=""/>
        <dsp:cNvSpPr/>
      </dsp:nvSpPr>
      <dsp:spPr>
        <a:xfrm>
          <a:off x="830869" y="2020517"/>
          <a:ext cx="1422256" cy="7111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Best </a:t>
          </a:r>
        </a:p>
      </dsp:txBody>
      <dsp:txXfrm>
        <a:off x="830869" y="2020517"/>
        <a:ext cx="1422256" cy="711128"/>
      </dsp:txXfrm>
    </dsp:sp>
    <dsp:sp modelId="{85039C95-42C4-4299-B4D2-204B2FBFCB81}">
      <dsp:nvSpPr>
        <dsp:cNvPr id="0" name=""/>
        <dsp:cNvSpPr/>
      </dsp:nvSpPr>
      <dsp:spPr>
        <a:xfrm>
          <a:off x="830869" y="3030319"/>
          <a:ext cx="1422256" cy="7111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Feasible</a:t>
          </a:r>
        </a:p>
      </dsp:txBody>
      <dsp:txXfrm>
        <a:off x="830869" y="3030319"/>
        <a:ext cx="1422256" cy="711128"/>
      </dsp:txXfrm>
    </dsp:sp>
    <dsp:sp modelId="{F6B4CFA4-038D-4426-BD12-BC716073073E}">
      <dsp:nvSpPr>
        <dsp:cNvPr id="0" name=""/>
        <dsp:cNvSpPr/>
      </dsp:nvSpPr>
      <dsp:spPr>
        <a:xfrm>
          <a:off x="2293400" y="1010715"/>
          <a:ext cx="2001654" cy="7111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  <a:cs typeface="Times New Roman" panose="02020603050405020304" pitchFamily="18" charset="0"/>
            </a:rPr>
            <a:t>Time To Target (TTT)</a:t>
          </a:r>
        </a:p>
      </dsp:txBody>
      <dsp:txXfrm>
        <a:off x="2293400" y="1010715"/>
        <a:ext cx="2001654" cy="711128"/>
      </dsp:txXfrm>
    </dsp:sp>
    <dsp:sp modelId="{5CD928D3-AAE6-4025-88CD-321F50B61B1D}">
      <dsp:nvSpPr>
        <dsp:cNvPr id="0" name=""/>
        <dsp:cNvSpPr/>
      </dsp:nvSpPr>
      <dsp:spPr>
        <a:xfrm>
          <a:off x="2793814" y="2020517"/>
          <a:ext cx="2324663" cy="8432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 TT_Best (</a:t>
          </a:r>
          <a14:m xmlns:a14="http://schemas.microsoft.com/office/drawing/2010/main">
            <m:oMath xmlns:m="http://schemas.openxmlformats.org/officeDocument/2006/math">
              <m:r>
                <a:rPr lang="en-US" sz="2400" b="0" i="1" kern="1200" smtClean="0">
                  <a:latin typeface="Cambria Math" panose="02040503050406030204" pitchFamily="18" charset="0"/>
                </a:rPr>
                <m:t>≤1%</m:t>
              </m:r>
            </m:oMath>
          </a14:m>
          <a:r>
            <a:rPr lang="en-US" sz="2400" kern="1200" dirty="0"/>
            <a:t> Gurobi optimum) </a:t>
          </a:r>
        </a:p>
      </dsp:txBody>
      <dsp:txXfrm>
        <a:off x="2793814" y="2020517"/>
        <a:ext cx="2324663" cy="843227"/>
      </dsp:txXfrm>
    </dsp:sp>
    <dsp:sp modelId="{CF04B6EF-9BD9-44B2-AB11-E24795CBF3AB}">
      <dsp:nvSpPr>
        <dsp:cNvPr id="0" name=""/>
        <dsp:cNvSpPr/>
      </dsp:nvSpPr>
      <dsp:spPr>
        <a:xfrm>
          <a:off x="2793814" y="3162418"/>
          <a:ext cx="1748237" cy="8299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TT_Feasible</a:t>
          </a:r>
        </a:p>
      </dsp:txBody>
      <dsp:txXfrm>
        <a:off x="2793814" y="3162418"/>
        <a:ext cx="1748237" cy="829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60420" y="5387342"/>
            <a:ext cx="3808476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00700" y="17289782"/>
            <a:ext cx="336042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2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42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1" y="8206749"/>
            <a:ext cx="3864483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7051" y="22029429"/>
            <a:ext cx="3864483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9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80385" y="8763000"/>
            <a:ext cx="190423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82835" y="8763000"/>
            <a:ext cx="190423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71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221" y="1752607"/>
            <a:ext cx="3864483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86226" y="8069582"/>
            <a:ext cx="18954866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86226" y="12024360"/>
            <a:ext cx="18954866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82837" y="8069582"/>
            <a:ext cx="19048216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82837" y="12024360"/>
            <a:ext cx="19048216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0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221" y="2194560"/>
            <a:ext cx="14450972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8216" y="4739647"/>
            <a:ext cx="22682835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86221" y="9875520"/>
            <a:ext cx="14450972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4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221" y="2194560"/>
            <a:ext cx="14450972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048216" y="4739647"/>
            <a:ext cx="22682835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86221" y="9875520"/>
            <a:ext cx="14450972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20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14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064010" y="1752600"/>
            <a:ext cx="9661208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80387" y="1752600"/>
            <a:ext cx="28423553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1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80385" y="1752607"/>
            <a:ext cx="3864483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80385" y="8763000"/>
            <a:ext cx="3864483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80385" y="30510487"/>
            <a:ext cx="100812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86833-AD21-40ED-9CE0-2092A67691F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841855" y="30510487"/>
            <a:ext cx="1512189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43955" y="30510487"/>
            <a:ext cx="100812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9A06B-2178-4845-A352-F73542956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7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1.xml"/><Relationship Id="rId18" Type="http://schemas.openxmlformats.org/officeDocument/2006/relationships/diagramLayout" Target="../diagrams/layout10.xml"/><Relationship Id="rId26" Type="http://schemas.openxmlformats.org/officeDocument/2006/relationships/image" Target="../media/image11.png"/><Relationship Id="rId39" Type="http://schemas.openxmlformats.org/officeDocument/2006/relationships/image" Target="../media/image19.jpeg"/><Relationship Id="rId21" Type="http://schemas.openxmlformats.org/officeDocument/2006/relationships/image" Target="../media/image6.png"/><Relationship Id="rId34" Type="http://schemas.openxmlformats.org/officeDocument/2006/relationships/image" Target="../media/image19.png"/><Relationship Id="rId42" Type="http://schemas.openxmlformats.org/officeDocument/2006/relationships/image" Target="../media/image22.png"/><Relationship Id="rId47" Type="http://schemas.openxmlformats.org/officeDocument/2006/relationships/image" Target="../media/image27.png"/><Relationship Id="rId7" Type="http://schemas.openxmlformats.org/officeDocument/2006/relationships/hyperlink" Target="https://www.gurobi.com/documentation/current/refman/index.html" TargetMode="External"/><Relationship Id="rId2" Type="http://schemas.microsoft.com/office/2018/10/relationships/comments" Target="../comments/modernComment_100_7D664C93.xml"/><Relationship Id="rId16" Type="http://schemas.microsoft.com/office/2007/relationships/diagramDrawing" Target="../diagrams/drawing1.xml"/><Relationship Id="rId29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cience.org/" TargetMode="External"/><Relationship Id="rId11" Type="http://schemas.openxmlformats.org/officeDocument/2006/relationships/image" Target="../media/image4.png"/><Relationship Id="rId24" Type="http://schemas.openxmlformats.org/officeDocument/2006/relationships/image" Target="../media/image9.png"/><Relationship Id="rId32" Type="http://schemas.openxmlformats.org/officeDocument/2006/relationships/image" Target="../media/image13.png"/><Relationship Id="rId37" Type="http://schemas.openxmlformats.org/officeDocument/2006/relationships/image" Target="../media/image17.jpeg"/><Relationship Id="rId40" Type="http://schemas.openxmlformats.org/officeDocument/2006/relationships/image" Target="../media/image20.png"/><Relationship Id="rId45" Type="http://schemas.openxmlformats.org/officeDocument/2006/relationships/image" Target="../media/image25.png"/><Relationship Id="rId5" Type="http://schemas.openxmlformats.org/officeDocument/2006/relationships/hyperlink" Target="https://doi.org/10.1029/2018WR023966" TargetMode="External"/><Relationship Id="rId15" Type="http://schemas.openxmlformats.org/officeDocument/2006/relationships/diagramColors" Target="../diagrams/colors1.xml"/><Relationship Id="rId23" Type="http://schemas.openxmlformats.org/officeDocument/2006/relationships/image" Target="../media/image8.png"/><Relationship Id="rId28" Type="http://schemas.openxmlformats.org/officeDocument/2006/relationships/image" Target="../media/image4.jpeg"/><Relationship Id="rId36" Type="http://schemas.openxmlformats.org/officeDocument/2006/relationships/image" Target="../media/image16.jpeg"/><Relationship Id="rId10" Type="http://schemas.openxmlformats.org/officeDocument/2006/relationships/image" Target="../media/image3.png"/><Relationship Id="rId19" Type="http://schemas.openxmlformats.org/officeDocument/2006/relationships/diagramQuickStyle" Target="../diagrams/quickStyle10.xml"/><Relationship Id="rId31" Type="http://schemas.openxmlformats.org/officeDocument/2006/relationships/image" Target="../media/image7.jpeg"/><Relationship Id="rId44" Type="http://schemas.openxmlformats.org/officeDocument/2006/relationships/image" Target="../media/image24.png"/><Relationship Id="rId4" Type="http://schemas.openxmlformats.org/officeDocument/2006/relationships/hyperlink" Target="https://doi.org/10.1109/QCE52317.2021.00079" TargetMode="External"/><Relationship Id="rId9" Type="http://schemas.openxmlformats.org/officeDocument/2006/relationships/image" Target="../media/image2.png"/><Relationship Id="rId14" Type="http://schemas.openxmlformats.org/officeDocument/2006/relationships/diagramQuickStyle" Target="../diagrams/quickStyle1.xml"/><Relationship Id="rId22" Type="http://schemas.openxmlformats.org/officeDocument/2006/relationships/image" Target="../media/image7.png"/><Relationship Id="rId27" Type="http://schemas.openxmlformats.org/officeDocument/2006/relationships/image" Target="../media/image12.png"/><Relationship Id="rId30" Type="http://schemas.openxmlformats.org/officeDocument/2006/relationships/image" Target="../media/image6.jpeg"/><Relationship Id="rId35" Type="http://schemas.openxmlformats.org/officeDocument/2006/relationships/image" Target="../media/image15.jpeg"/><Relationship Id="rId43" Type="http://schemas.openxmlformats.org/officeDocument/2006/relationships/image" Target="../media/image23.png"/><Relationship Id="rId48" Type="http://schemas.openxmlformats.org/officeDocument/2006/relationships/image" Target="../media/image28.png"/><Relationship Id="rId8" Type="http://schemas.openxmlformats.org/officeDocument/2006/relationships/hyperlink" Target="https://www.dwavesys.com/" TargetMode="External"/><Relationship Id="rId3" Type="http://schemas.openxmlformats.org/officeDocument/2006/relationships/image" Target="../media/image1.png"/><Relationship Id="rId12" Type="http://schemas.openxmlformats.org/officeDocument/2006/relationships/diagramData" Target="../diagrams/data1.xml"/><Relationship Id="rId17" Type="http://schemas.openxmlformats.org/officeDocument/2006/relationships/diagramData" Target="../diagrams/data2.xml"/><Relationship Id="rId25" Type="http://schemas.openxmlformats.org/officeDocument/2006/relationships/image" Target="../media/image10.png"/><Relationship Id="rId33" Type="http://schemas.openxmlformats.org/officeDocument/2006/relationships/image" Target="../media/image14.jpeg"/><Relationship Id="rId38" Type="http://schemas.openxmlformats.org/officeDocument/2006/relationships/image" Target="../media/image18.jpeg"/><Relationship Id="rId46" Type="http://schemas.openxmlformats.org/officeDocument/2006/relationships/image" Target="../media/image26.jpeg"/><Relationship Id="rId20" Type="http://schemas.openxmlformats.org/officeDocument/2006/relationships/diagramColors" Target="../diagrams/colors10.xml"/><Relationship Id="rId4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93;p25">
            <a:extLst>
              <a:ext uri="{FF2B5EF4-FFF2-40B4-BE49-F238E27FC236}">
                <a16:creationId xmlns:a16="http://schemas.microsoft.com/office/drawing/2014/main" id="{08FFD692-25DC-7E9C-B3DF-82E276C6AD7B}"/>
              </a:ext>
            </a:extLst>
          </p:cNvPr>
          <p:cNvSpPr/>
          <p:nvPr/>
        </p:nvSpPr>
        <p:spPr>
          <a:xfrm>
            <a:off x="15396982" y="26747039"/>
            <a:ext cx="13803356" cy="5289382"/>
          </a:xfrm>
          <a:prstGeom prst="round2SameRect">
            <a:avLst>
              <a:gd name="adj1" fmla="val 3510"/>
              <a:gd name="adj2" fmla="val 4478"/>
            </a:avLst>
          </a:prstGeom>
          <a:solidFill>
            <a:schemeClr val="lt1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2497" b="1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rPr>
              <a:t>f</a:t>
            </a:r>
            <a:endParaRPr sz="2497" b="1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mbria"/>
              <a:sym typeface="Cambria"/>
            </a:endParaRPr>
          </a:p>
        </p:txBody>
      </p:sp>
      <p:sp>
        <p:nvSpPr>
          <p:cNvPr id="136" name="Google Shape;193;p25">
            <a:extLst>
              <a:ext uri="{FF2B5EF4-FFF2-40B4-BE49-F238E27FC236}">
                <a16:creationId xmlns:a16="http://schemas.microsoft.com/office/drawing/2014/main" id="{F94531C7-A530-E52D-0CAD-4A1D30FF4498}"/>
              </a:ext>
            </a:extLst>
          </p:cNvPr>
          <p:cNvSpPr/>
          <p:nvPr/>
        </p:nvSpPr>
        <p:spPr>
          <a:xfrm>
            <a:off x="15394172" y="4420269"/>
            <a:ext cx="13721720" cy="10292220"/>
          </a:xfrm>
          <a:prstGeom prst="round2SameRect">
            <a:avLst>
              <a:gd name="adj1" fmla="val 6283"/>
              <a:gd name="adj2" fmla="val 4478"/>
            </a:avLst>
          </a:prstGeom>
          <a:solidFill>
            <a:schemeClr val="lt1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2497" b="1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rPr>
              <a:t>f</a:t>
            </a:r>
            <a:endParaRPr lang="en-US" sz="2497" b="1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mbria"/>
              <a:sym typeface="Cambria"/>
            </a:endParaRPr>
          </a:p>
        </p:txBody>
      </p:sp>
      <p:sp>
        <p:nvSpPr>
          <p:cNvPr id="138" name="Google Shape;193;p25">
            <a:extLst>
              <a:ext uri="{FF2B5EF4-FFF2-40B4-BE49-F238E27FC236}">
                <a16:creationId xmlns:a16="http://schemas.microsoft.com/office/drawing/2014/main" id="{2AD744D8-2E9B-FA66-8E2A-E65DEAE7A5DE}"/>
              </a:ext>
            </a:extLst>
          </p:cNvPr>
          <p:cNvSpPr/>
          <p:nvPr/>
        </p:nvSpPr>
        <p:spPr>
          <a:xfrm>
            <a:off x="1372157" y="4256425"/>
            <a:ext cx="13721720" cy="27772203"/>
          </a:xfrm>
          <a:prstGeom prst="round2SameRect">
            <a:avLst>
              <a:gd name="adj1" fmla="val 5019"/>
              <a:gd name="adj2" fmla="val 4478"/>
            </a:avLst>
          </a:prstGeom>
          <a:solidFill>
            <a:schemeClr val="lt1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marL="0" indent="0" algn="ctr">
              <a:buNone/>
            </a:pPr>
            <a:endParaRPr lang="en-US" sz="2800" dirty="0">
              <a:cs typeface="Times New Roman" panose="02020603050405020304" pitchFamily="18" charset="0"/>
            </a:endParaRPr>
          </a:p>
        </p:txBody>
      </p:sp>
      <p:sp>
        <p:nvSpPr>
          <p:cNvPr id="141" name="Google Shape;164;p25">
            <a:extLst>
              <a:ext uri="{FF2B5EF4-FFF2-40B4-BE49-F238E27FC236}">
                <a16:creationId xmlns:a16="http://schemas.microsoft.com/office/drawing/2014/main" id="{7A65A462-91B2-C565-9759-10FD80F7153E}"/>
              </a:ext>
            </a:extLst>
          </p:cNvPr>
          <p:cNvSpPr txBox="1"/>
          <p:nvPr/>
        </p:nvSpPr>
        <p:spPr>
          <a:xfrm>
            <a:off x="1300871" y="621064"/>
            <a:ext cx="42178483" cy="34853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100321" tIns="50160" rIns="100321" bIns="50160" anchor="t" anchorCtr="0">
            <a:noAutofit/>
          </a:bodyPr>
          <a:lstStyle/>
          <a:p>
            <a:pPr algn="ctr">
              <a:spcBef>
                <a:spcPts val="1976"/>
              </a:spcBef>
            </a:pPr>
            <a:endParaRPr sz="2497" dirty="0">
              <a:solidFill>
                <a:srgbClr val="59595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5" name="Google Shape;174;p25" descr="Image result for mosek">
            <a:extLst>
              <a:ext uri="{FF2B5EF4-FFF2-40B4-BE49-F238E27FC236}">
                <a16:creationId xmlns:a16="http://schemas.microsoft.com/office/drawing/2014/main" id="{B4933F2A-EA84-6C7D-058C-9A20FD740E97}"/>
              </a:ext>
            </a:extLst>
          </p:cNvPr>
          <p:cNvSpPr/>
          <p:nvPr/>
        </p:nvSpPr>
        <p:spPr>
          <a:xfrm>
            <a:off x="1544803" y="422355"/>
            <a:ext cx="334548" cy="334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321" tIns="50160" rIns="100321" bIns="50160" anchor="t" anchorCtr="0">
            <a:noAutofit/>
          </a:bodyPr>
          <a:lstStyle/>
          <a:p>
            <a:endParaRPr sz="2497"/>
          </a:p>
        </p:txBody>
      </p:sp>
      <p:cxnSp>
        <p:nvCxnSpPr>
          <p:cNvPr id="146" name="Google Shape;166;p25">
            <a:extLst>
              <a:ext uri="{FF2B5EF4-FFF2-40B4-BE49-F238E27FC236}">
                <a16:creationId xmlns:a16="http://schemas.microsoft.com/office/drawing/2014/main" id="{CA9815B0-7F54-10DB-AE09-24354613EA64}"/>
              </a:ext>
            </a:extLst>
          </p:cNvPr>
          <p:cNvCxnSpPr/>
          <p:nvPr/>
        </p:nvCxnSpPr>
        <p:spPr>
          <a:xfrm>
            <a:off x="1326992" y="3904057"/>
            <a:ext cx="42153109" cy="0"/>
          </a:xfrm>
          <a:prstGeom prst="straightConnector1">
            <a:avLst/>
          </a:prstGeom>
          <a:noFill/>
          <a:ln w="127000" cap="flat" cmpd="sng">
            <a:solidFill>
              <a:srgbClr val="BBAA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7" name="Picture 146">
            <a:extLst>
              <a:ext uri="{FF2B5EF4-FFF2-40B4-BE49-F238E27FC236}">
                <a16:creationId xmlns:a16="http://schemas.microsoft.com/office/drawing/2014/main" id="{ACC25336-A51A-692B-6830-58E05C3E2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0448" y="1235489"/>
            <a:ext cx="3114289" cy="2015128"/>
          </a:xfrm>
          <a:prstGeom prst="rect">
            <a:avLst/>
          </a:prstGeom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EA041245-DC52-CFB1-1947-30D97B5B02D7}"/>
              </a:ext>
            </a:extLst>
          </p:cNvPr>
          <p:cNvSpPr txBox="1"/>
          <p:nvPr/>
        </p:nvSpPr>
        <p:spPr>
          <a:xfrm>
            <a:off x="1326247" y="681779"/>
            <a:ext cx="42178482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Calibri"/>
                <a:ea typeface="Roboto Medium"/>
                <a:cs typeface="Calibri"/>
              </a:rPr>
              <a:t>Quadratic Knapsack Problem : A QUBO Based Approach for 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5400" b="1" dirty="0">
                <a:solidFill>
                  <a:schemeClr val="bg1"/>
                </a:solidFill>
                <a:latin typeface="Calibri"/>
                <a:ea typeface="Roboto Medium"/>
                <a:cs typeface="Calibri"/>
              </a:rPr>
              <a:t>Optimal Sensor Placement in Water Distribution Networks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170C47C-EF22-7715-FAD5-95FDE0D82A94}"/>
              </a:ext>
            </a:extLst>
          </p:cNvPr>
          <p:cNvSpPr txBox="1"/>
          <p:nvPr/>
        </p:nvSpPr>
        <p:spPr>
          <a:xfrm>
            <a:off x="9886788" y="3169838"/>
            <a:ext cx="24823270" cy="5437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aseline="30000" dirty="0">
                <a:solidFill>
                  <a:schemeClr val="bg1"/>
                </a:solidFill>
                <a:ea typeface="Roboto Medium"/>
              </a:rPr>
              <a:t>Davidson School of Chemical Engineering, Purdue University</a:t>
            </a:r>
            <a:endParaRPr lang="en-US" sz="4400" baseline="30000" dirty="0">
              <a:solidFill>
                <a:schemeClr val="bg1"/>
              </a:solidFill>
              <a:ea typeface="Roboto Medium"/>
              <a:cs typeface="Calibri"/>
            </a:endParaRPr>
          </a:p>
        </p:txBody>
      </p:sp>
      <p:sp>
        <p:nvSpPr>
          <p:cNvPr id="150" name="Google Shape;165;p25">
            <a:extLst>
              <a:ext uri="{FF2B5EF4-FFF2-40B4-BE49-F238E27FC236}">
                <a16:creationId xmlns:a16="http://schemas.microsoft.com/office/drawing/2014/main" id="{54254CB1-5E44-4EB5-2A58-7D5E028D8EA1}"/>
              </a:ext>
            </a:extLst>
          </p:cNvPr>
          <p:cNvSpPr txBox="1"/>
          <p:nvPr/>
        </p:nvSpPr>
        <p:spPr>
          <a:xfrm>
            <a:off x="9239664" y="32032527"/>
            <a:ext cx="28384647" cy="849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245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Cambria"/>
              </a:rPr>
              <a:t>2025 </a:t>
            </a:r>
            <a:r>
              <a:rPr lang="en-US" sz="245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Cambria"/>
              </a:rPr>
              <a:t>AiChE</a:t>
            </a:r>
            <a:r>
              <a:rPr lang="en-US" sz="245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Cambria"/>
              </a:rPr>
              <a:t> Annual Meeting  </a:t>
            </a:r>
            <a:r>
              <a:rPr lang="en-US" sz="2450" dirty="0">
                <a:latin typeface="Roboto"/>
                <a:ea typeface="Roboto"/>
                <a:cs typeface="Roboto"/>
              </a:rPr>
              <a:t>| November 4, 2025 | Boston, Massachusetts</a:t>
            </a:r>
            <a:endParaRPr lang="en-US" sz="245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cxnSp>
        <p:nvCxnSpPr>
          <p:cNvPr id="151" name="Google Shape;167;p25">
            <a:extLst>
              <a:ext uri="{FF2B5EF4-FFF2-40B4-BE49-F238E27FC236}">
                <a16:creationId xmlns:a16="http://schemas.microsoft.com/office/drawing/2014/main" id="{80B66242-2E4E-8EA8-A975-E2216BDA204A}"/>
              </a:ext>
            </a:extLst>
          </p:cNvPr>
          <p:cNvCxnSpPr>
            <a:cxnSpLocks/>
          </p:cNvCxnSpPr>
          <p:nvPr/>
        </p:nvCxnSpPr>
        <p:spPr>
          <a:xfrm>
            <a:off x="2794391" y="31949216"/>
            <a:ext cx="42153109" cy="0"/>
          </a:xfrm>
          <a:prstGeom prst="straightConnector1">
            <a:avLst/>
          </a:prstGeom>
          <a:noFill/>
          <a:ln w="31750" cap="flat" cmpd="sng">
            <a:solidFill>
              <a:srgbClr val="6B6B7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7C7C1AA3-B402-488A-2E30-6B2545520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250" y="411399"/>
            <a:ext cx="177416" cy="480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7819" tIns="43910" rIns="87819" bIns="4391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497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93AADB04-3A22-26A5-9D0E-E89D970185EA}"/>
              </a:ext>
            </a:extLst>
          </p:cNvPr>
          <p:cNvSpPr/>
          <p:nvPr/>
        </p:nvSpPr>
        <p:spPr>
          <a:xfrm>
            <a:off x="36872917" y="16920923"/>
            <a:ext cx="43299" cy="432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7819" tIns="43910" rIns="87819" bIns="439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97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4E587181-8683-7A22-9657-79F978F48009}"/>
              </a:ext>
            </a:extLst>
          </p:cNvPr>
          <p:cNvSpPr/>
          <p:nvPr/>
        </p:nvSpPr>
        <p:spPr>
          <a:xfrm>
            <a:off x="36338685" y="16627583"/>
            <a:ext cx="43299" cy="432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7819" tIns="43910" rIns="87819" bIns="439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97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90A3B5C5-0E04-26EB-E424-4458F975DD67}"/>
              </a:ext>
            </a:extLst>
          </p:cNvPr>
          <p:cNvSpPr/>
          <p:nvPr/>
        </p:nvSpPr>
        <p:spPr>
          <a:xfrm>
            <a:off x="34975965" y="17343301"/>
            <a:ext cx="43299" cy="432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7819" tIns="43910" rIns="87819" bIns="439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97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427FC2D3-F872-2663-CD57-79375C73827B}"/>
              </a:ext>
            </a:extLst>
          </p:cNvPr>
          <p:cNvSpPr/>
          <p:nvPr/>
        </p:nvSpPr>
        <p:spPr>
          <a:xfrm>
            <a:off x="34975964" y="17300000"/>
            <a:ext cx="43299" cy="432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7819" tIns="43910" rIns="87819" bIns="439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97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1" name="Rectangle 21">
            <a:extLst>
              <a:ext uri="{FF2B5EF4-FFF2-40B4-BE49-F238E27FC236}">
                <a16:creationId xmlns:a16="http://schemas.microsoft.com/office/drawing/2014/main" id="{91DFAB7D-59F1-9DFB-837A-74671C1FD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79732" y="13476439"/>
            <a:ext cx="177416" cy="480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7819" tIns="43910" rIns="87819" bIns="4391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497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A51DCB69-99B0-2623-5171-230A12BE7C85}"/>
              </a:ext>
            </a:extLst>
          </p:cNvPr>
          <p:cNvGrpSpPr/>
          <p:nvPr/>
        </p:nvGrpSpPr>
        <p:grpSpPr>
          <a:xfrm>
            <a:off x="15452958" y="14903439"/>
            <a:ext cx="13746070" cy="11728926"/>
            <a:chOff x="14550218" y="10954313"/>
            <a:chExt cx="14309307" cy="11160433"/>
          </a:xfrm>
        </p:grpSpPr>
        <p:sp>
          <p:nvSpPr>
            <p:cNvPr id="163" name="Google Shape;193;p25">
              <a:extLst>
                <a:ext uri="{FF2B5EF4-FFF2-40B4-BE49-F238E27FC236}">
                  <a16:creationId xmlns:a16="http://schemas.microsoft.com/office/drawing/2014/main" id="{ECFB142E-ABD0-10A3-1F9E-0A0ACF9ED17D}"/>
                </a:ext>
              </a:extLst>
            </p:cNvPr>
            <p:cNvSpPr/>
            <p:nvPr/>
          </p:nvSpPr>
          <p:spPr>
            <a:xfrm>
              <a:off x="14550218" y="10954313"/>
              <a:ext cx="14309306" cy="11160433"/>
            </a:xfrm>
            <a:prstGeom prst="round2SameRect">
              <a:avLst>
                <a:gd name="adj1" fmla="val 5692"/>
                <a:gd name="adj2" fmla="val 4478"/>
              </a:avLst>
            </a:prstGeom>
            <a:solidFill>
              <a:schemeClr val="lt1"/>
            </a:solidFill>
            <a:ln w="25400" cap="flat" cmpd="sng">
              <a:solidFill>
                <a:srgbClr val="51515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321" tIns="50160" rIns="100321" bIns="5016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97" b="1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Cambria"/>
                  <a:sym typeface="Cambria"/>
                </a:rPr>
                <a:t>F`</a:t>
              </a:r>
              <a:endParaRPr sz="2497" b="1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endParaRPr>
            </a:p>
          </p:txBody>
        </p:sp>
        <p:sp>
          <p:nvSpPr>
            <p:cNvPr id="164" name="Google Shape;169;p25">
              <a:extLst>
                <a:ext uri="{FF2B5EF4-FFF2-40B4-BE49-F238E27FC236}">
                  <a16:creationId xmlns:a16="http://schemas.microsoft.com/office/drawing/2014/main" id="{53EBBC32-7719-5854-30F8-9E9CFE3E20BB}"/>
                </a:ext>
              </a:extLst>
            </p:cNvPr>
            <p:cNvSpPr/>
            <p:nvPr/>
          </p:nvSpPr>
          <p:spPr>
            <a:xfrm>
              <a:off x="14550219" y="10961445"/>
              <a:ext cx="14309306" cy="95525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BAA8A"/>
            </a:solidFill>
            <a:ln w="25400" cap="flat" cmpd="sng">
              <a:solidFill>
                <a:srgbClr val="51515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321" tIns="50160" rIns="100321" bIns="50160" anchor="ctr" anchorCtr="0">
              <a:noAutofit/>
            </a:bodyPr>
            <a:lstStyle/>
            <a:p>
              <a:pPr algn="ctr"/>
              <a:r>
                <a:rPr lang="en-US" sz="4226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Cambria"/>
                  <a:sym typeface="Cambria"/>
                </a:rPr>
                <a:t>Optimization Methods</a:t>
              </a:r>
              <a:endParaRPr lang="en-US" sz="4226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165" name="Google Shape;169;p25">
            <a:extLst>
              <a:ext uri="{FF2B5EF4-FFF2-40B4-BE49-F238E27FC236}">
                <a16:creationId xmlns:a16="http://schemas.microsoft.com/office/drawing/2014/main" id="{FAFEF35B-967F-9806-906C-D165BB661F92}"/>
              </a:ext>
            </a:extLst>
          </p:cNvPr>
          <p:cNvSpPr/>
          <p:nvPr/>
        </p:nvSpPr>
        <p:spPr>
          <a:xfrm>
            <a:off x="1372158" y="4256423"/>
            <a:ext cx="13723521" cy="99059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BAA8A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4226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rPr>
              <a:t>Motivation and Problem Statement</a:t>
            </a:r>
            <a:endParaRPr lang="en-US" sz="4226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7" name="Google Shape;169;p25">
            <a:extLst>
              <a:ext uri="{FF2B5EF4-FFF2-40B4-BE49-F238E27FC236}">
                <a16:creationId xmlns:a16="http://schemas.microsoft.com/office/drawing/2014/main" id="{CFADA2FA-D5CA-2547-2D64-9817FB42EFB2}"/>
              </a:ext>
            </a:extLst>
          </p:cNvPr>
          <p:cNvSpPr/>
          <p:nvPr/>
        </p:nvSpPr>
        <p:spPr>
          <a:xfrm>
            <a:off x="15377408" y="4283701"/>
            <a:ext cx="13721720" cy="96331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BAA8A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4226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rPr>
              <a:t>Optimization Formulations</a:t>
            </a:r>
            <a:endParaRPr lang="en-US" sz="4226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DA56321-1B06-0547-2039-C07996D889FD}"/>
              </a:ext>
            </a:extLst>
          </p:cNvPr>
          <p:cNvSpPr/>
          <p:nvPr/>
        </p:nvSpPr>
        <p:spPr>
          <a:xfrm>
            <a:off x="23876426" y="10211854"/>
            <a:ext cx="976507" cy="359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7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1" name="Google Shape;169;p25">
            <a:extLst>
              <a:ext uri="{FF2B5EF4-FFF2-40B4-BE49-F238E27FC236}">
                <a16:creationId xmlns:a16="http://schemas.microsoft.com/office/drawing/2014/main" id="{078FD82E-A632-F332-7E5B-59A6DE7F2EC9}"/>
              </a:ext>
            </a:extLst>
          </p:cNvPr>
          <p:cNvSpPr/>
          <p:nvPr/>
        </p:nvSpPr>
        <p:spPr>
          <a:xfrm>
            <a:off x="15377408" y="26730714"/>
            <a:ext cx="13842030" cy="998582"/>
          </a:xfrm>
          <a:prstGeom prst="round2SameRect">
            <a:avLst>
              <a:gd name="adj1" fmla="val 37052"/>
              <a:gd name="adj2" fmla="val 0"/>
            </a:avLst>
          </a:prstGeom>
          <a:solidFill>
            <a:srgbClr val="BBAA8A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4226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sym typeface="Cambria"/>
              </a:rPr>
              <a:t>Performance Metrics</a:t>
            </a:r>
            <a:endParaRPr lang="en-US" sz="4226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99BEE87-8F77-9498-40B9-A2CD255F8911}"/>
              </a:ext>
            </a:extLst>
          </p:cNvPr>
          <p:cNvSpPr txBox="1"/>
          <p:nvPr/>
        </p:nvSpPr>
        <p:spPr>
          <a:xfrm>
            <a:off x="12526708" y="2266698"/>
            <a:ext cx="204040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/>
            <a:r>
              <a:rPr lang="es-CO" sz="4400" dirty="0">
                <a:solidFill>
                  <a:schemeClr val="bg1"/>
                </a:solidFill>
                <a:ea typeface="Roboto Medium" panose="02000000000000000000" pitchFamily="2" charset="0"/>
              </a:rPr>
              <a:t>			Anurag Ramesh,  David E. Bernal Neira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179" name="Google Shape;193;p25">
            <a:extLst>
              <a:ext uri="{FF2B5EF4-FFF2-40B4-BE49-F238E27FC236}">
                <a16:creationId xmlns:a16="http://schemas.microsoft.com/office/drawing/2014/main" id="{BE0C9F57-96B6-B647-77A6-7C262D18C987}"/>
              </a:ext>
            </a:extLst>
          </p:cNvPr>
          <p:cNvSpPr/>
          <p:nvPr/>
        </p:nvSpPr>
        <p:spPr>
          <a:xfrm>
            <a:off x="29464411" y="24830412"/>
            <a:ext cx="7451804" cy="7198216"/>
          </a:xfrm>
          <a:prstGeom prst="round2SameRect">
            <a:avLst>
              <a:gd name="adj1" fmla="val 9124"/>
              <a:gd name="adj2" fmla="val 4478"/>
            </a:avLst>
          </a:prstGeom>
          <a:solidFill>
            <a:schemeClr val="lt1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2497" b="1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rPr>
              <a:t>f</a:t>
            </a:r>
            <a:endParaRPr sz="2497" b="1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mbria"/>
              <a:sym typeface="Cambria"/>
            </a:endParaRPr>
          </a:p>
        </p:txBody>
      </p:sp>
      <p:sp>
        <p:nvSpPr>
          <p:cNvPr id="180" name="Google Shape;169;p25">
            <a:extLst>
              <a:ext uri="{FF2B5EF4-FFF2-40B4-BE49-F238E27FC236}">
                <a16:creationId xmlns:a16="http://schemas.microsoft.com/office/drawing/2014/main" id="{865C696F-EED8-2A58-C179-79992126633A}"/>
              </a:ext>
            </a:extLst>
          </p:cNvPr>
          <p:cNvSpPr/>
          <p:nvPr/>
        </p:nvSpPr>
        <p:spPr>
          <a:xfrm>
            <a:off x="29464411" y="24830412"/>
            <a:ext cx="7451804" cy="109376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BAA8A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4226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rPr>
              <a:t>Conclusions &amp; Future Work</a:t>
            </a:r>
            <a:endParaRPr lang="en-US" sz="4226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1" name="Google Shape;193;p25">
            <a:extLst>
              <a:ext uri="{FF2B5EF4-FFF2-40B4-BE49-F238E27FC236}">
                <a16:creationId xmlns:a16="http://schemas.microsoft.com/office/drawing/2014/main" id="{6970FEE7-29FA-640C-62D4-A01204223F15}"/>
              </a:ext>
            </a:extLst>
          </p:cNvPr>
          <p:cNvSpPr/>
          <p:nvPr/>
        </p:nvSpPr>
        <p:spPr>
          <a:xfrm>
            <a:off x="37177313" y="24830411"/>
            <a:ext cx="6383229" cy="7206013"/>
          </a:xfrm>
          <a:prstGeom prst="round2SameRect">
            <a:avLst>
              <a:gd name="adj1" fmla="val 9124"/>
              <a:gd name="adj2" fmla="val 4478"/>
            </a:avLst>
          </a:prstGeom>
          <a:solidFill>
            <a:schemeClr val="lt1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2497" b="1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rPr>
              <a:t>f</a:t>
            </a:r>
            <a:endParaRPr lang="en-US" sz="2497" b="1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mbria"/>
              <a:sym typeface="Cambria"/>
            </a:endParaRPr>
          </a:p>
        </p:txBody>
      </p:sp>
      <p:sp>
        <p:nvSpPr>
          <p:cNvPr id="182" name="Google Shape;169;p25">
            <a:extLst>
              <a:ext uri="{FF2B5EF4-FFF2-40B4-BE49-F238E27FC236}">
                <a16:creationId xmlns:a16="http://schemas.microsoft.com/office/drawing/2014/main" id="{AC768732-8389-F7DA-7443-CB3C225BF2C8}"/>
              </a:ext>
            </a:extLst>
          </p:cNvPr>
          <p:cNvSpPr/>
          <p:nvPr/>
        </p:nvSpPr>
        <p:spPr>
          <a:xfrm>
            <a:off x="37177311" y="24830412"/>
            <a:ext cx="6383228" cy="109376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BAA8A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4226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rPr>
              <a:t>References</a:t>
            </a:r>
            <a:endParaRPr lang="en-US" sz="4226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0372B17-3603-9096-A83E-8730338277CD}"/>
              </a:ext>
            </a:extLst>
          </p:cNvPr>
          <p:cNvSpPr txBox="1"/>
          <p:nvPr/>
        </p:nvSpPr>
        <p:spPr>
          <a:xfrm>
            <a:off x="37343753" y="25924175"/>
            <a:ext cx="6024372" cy="5870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9309" indent="-329309">
              <a:lnSpc>
                <a:spcPct val="107000"/>
              </a:lnSpc>
              <a:spcAft>
                <a:spcPts val="768"/>
              </a:spcAft>
              <a:buFont typeface="+mj-lt"/>
              <a:buAutoNum type="arabicPeriod"/>
            </a:pPr>
            <a:r>
              <a:rPr lang="en-US" sz="1150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S. </a:t>
            </a:r>
            <a:r>
              <a:rPr lang="en-US" sz="1150" kern="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Speziali</a:t>
            </a:r>
            <a:r>
              <a:rPr lang="en-US" sz="1150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150" i="1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 al</a:t>
            </a:r>
            <a:r>
              <a:rPr lang="en-US" sz="1150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., "Solving Sensor Placement Problems In Real Water Distribution Networks Using Adiabatic Quantum Computation," </a:t>
            </a:r>
            <a:r>
              <a:rPr lang="en-US" sz="1150" i="1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2021 IEEE International Conference on Quantum Computing and Engineering (QCE)</a:t>
            </a:r>
            <a:r>
              <a:rPr lang="en-US" sz="1150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Broomfield, CO, USA, 2021, pp. 463-464, </a:t>
            </a:r>
            <a:r>
              <a:rPr lang="en-US" sz="1150" u="sng" kern="100" dirty="0">
                <a:solidFill>
                  <a:srgbClr val="0563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https://doi.org/10.1109/QCE52317.2021.00079</a:t>
            </a:r>
            <a:r>
              <a:rPr lang="en-US" sz="1150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329309" indent="-329309">
              <a:lnSpc>
                <a:spcPct val="107000"/>
              </a:lnSpc>
              <a:spcAft>
                <a:spcPts val="768"/>
              </a:spcAft>
              <a:buFont typeface="+mj-lt"/>
              <a:buAutoNum type="arabicPeriod"/>
            </a:pPr>
            <a:r>
              <a:rPr lang="en-US" sz="1150" kern="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Giustolisi</a:t>
            </a:r>
            <a:r>
              <a:rPr lang="en-US" sz="1150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O., Ridolfi, L., &amp; Simone, A. (2019). Tailoring centrality metrics for water distribution networks. </a:t>
            </a:r>
            <a:r>
              <a:rPr lang="en-US" sz="1150" i="1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Water Resources Research</a:t>
            </a:r>
            <a:r>
              <a:rPr lang="en-US" sz="1150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55, 2348–2369. </a:t>
            </a:r>
            <a:r>
              <a:rPr lang="en-US" sz="1150" u="sng" kern="100" dirty="0">
                <a:solidFill>
                  <a:srgbClr val="0563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https://doi.org/10.1029/2018WR023966</a:t>
            </a:r>
            <a:r>
              <a:rPr lang="en-US" sz="1150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329309" indent="-329309">
              <a:buFont typeface="+mj-lt"/>
              <a:buAutoNum type="arabicPeriod"/>
            </a:pP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B </a:t>
            </a:r>
            <a:r>
              <a:rPr lang="en-US" sz="115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Finnila</a:t>
            </a: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M A Gomez, C </a:t>
            </a:r>
            <a:r>
              <a:rPr lang="en-US" sz="115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Sebenik</a:t>
            </a: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 Stenson, and J D Doll. Quantum annealing: a new method for minimizing multidimensional functions, 1994.</a:t>
            </a:r>
          </a:p>
          <a:p>
            <a:pPr marL="329309" indent="-329309">
              <a:buFont typeface="+mj-lt"/>
              <a:buAutoNum type="arabicPeriod"/>
            </a:pP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 Kirkpatrick, C D </a:t>
            </a:r>
            <a:r>
              <a:rPr lang="en-US" sz="115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Gelatt</a:t>
            </a: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M P </a:t>
            </a:r>
            <a:r>
              <a:rPr lang="en-US" sz="115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Vecchi</a:t>
            </a: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Optimization by Simulated Annealing, 1983.URL </a:t>
            </a: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6"/>
              </a:rPr>
              <a:t>https://www.science.org</a:t>
            </a: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329309" indent="-329309">
              <a:buFont typeface="+mj-lt"/>
              <a:buAutoNum type="arabicPeriod"/>
            </a:pP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Hall, Ashley, "01 Apulia" (2021). </a:t>
            </a:r>
            <a:r>
              <a:rPr lang="en-US" sz="115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International Systems</a:t>
            </a: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1. </a:t>
            </a:r>
            <a:b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https://uknowledge.uky.edu/wdst_international/1 </a:t>
            </a:r>
          </a:p>
          <a:p>
            <a:pPr marL="329309" indent="-329309">
              <a:buFont typeface="+mj-lt"/>
              <a:buAutoNum type="arabicPeriod"/>
            </a:pPr>
            <a:r>
              <a:rPr lang="it-IT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Dandy, Graeme, "03 Fossolo" (2016). </a:t>
            </a:r>
            <a:r>
              <a:rPr lang="it-IT" sz="115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International Systems</a:t>
            </a:r>
            <a:r>
              <a:rPr lang="it-IT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3. </a:t>
            </a:r>
            <a:br>
              <a:rPr lang="it-IT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it-IT" sz="11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https://uknowledge.uky.edu/wdst_international/3 </a:t>
            </a:r>
          </a:p>
          <a:p>
            <a:pPr marL="329309" indent="-329309">
              <a:buFont typeface="+mj-lt"/>
              <a:buAutoNum type="arabicPeriod"/>
            </a:pPr>
            <a:r>
              <a:rPr lang="en-US" sz="1150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7"/>
              </a:rPr>
              <a:t>https://www.gurobi.com/documentation/current/refman/index.html</a:t>
            </a:r>
            <a:endParaRPr lang="en-US" sz="1150" kern="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+mj-lt"/>
              <a:buAutoNum type="arabicPeriod"/>
            </a:pPr>
            <a:r>
              <a:rPr lang="it-IT" sz="1150" kern="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https://www.dwavesys.com</a:t>
            </a:r>
            <a:endParaRPr lang="it-IT" sz="1150" kern="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+mj-lt"/>
              <a:buAutoNum type="arabicPeriod"/>
            </a:pPr>
            <a:r>
              <a:rPr lang="en-US" altLang="en-US" sz="115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Rieffel</a:t>
            </a:r>
            <a:r>
              <a:rPr lang="en-US" altLang="en-US" sz="11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E.G. and </a:t>
            </a:r>
            <a:r>
              <a:rPr lang="en-US" altLang="en-US" sz="115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Polak</a:t>
            </a:r>
            <a:r>
              <a:rPr lang="en-US" altLang="en-US" sz="11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W.H., 2011. Quantum computing: A gentle introduction. MIT Press.</a:t>
            </a:r>
          </a:p>
          <a:p>
            <a:pPr marL="329309" indent="-329309">
              <a:buFont typeface="+mj-lt"/>
              <a:buAutoNum type="arabicPeriod"/>
            </a:pPr>
            <a:r>
              <a:rPr lang="en-US" altLang="en-US" sz="11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Wolsey, L. A., Integer programming. John Wiley &amp; Sons,. 2020.</a:t>
            </a:r>
          </a:p>
          <a:p>
            <a:pPr marL="329309" indent="-329309">
              <a:buFont typeface="+mj-lt"/>
              <a:buAutoNum type="arabicPeriod"/>
            </a:pPr>
            <a:r>
              <a:rPr lang="en-US" sz="115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Yang, Li., Research on Logistics Distribution Vehicle Path Optimization Based on Simulated Annealing Algorithm. Advances in Multimedia. 2022.</a:t>
            </a:r>
            <a:r>
              <a:rPr lang="en-US" sz="115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  <a:p>
            <a:pPr marL="329309" indent="-329309">
              <a:buFont typeface="+mj-lt"/>
              <a:buAutoNum type="arabicPeriod"/>
            </a:pPr>
            <a:r>
              <a:rPr lang="en-US" sz="115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José </a:t>
            </a:r>
            <a:r>
              <a:rPr lang="en-US" sz="115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Brandão</a:t>
            </a:r>
            <a:r>
              <a:rPr lang="en-US" sz="115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 tabu search algorithm for the heterogeneous fixed fleet vehicle routing problem, Computers &amp; Operations Research, 2011</a:t>
            </a:r>
          </a:p>
          <a:p>
            <a:pPr marL="329309" indent="-329309">
              <a:buFont typeface="+mj-lt"/>
              <a:buAutoNum type="arabicPeriod"/>
            </a:pPr>
            <a:r>
              <a:rPr lang="en-US" sz="115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Tameem</a:t>
            </a:r>
            <a:r>
              <a:rPr lang="en-US" sz="115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15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Albash</a:t>
            </a:r>
            <a:r>
              <a:rPr lang="en-US" sz="115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Daniel A. Lidar, Adiabatic quantum computation, Rev. Mod. Phys., 2018</a:t>
            </a:r>
            <a:r>
              <a:rPr lang="en-US" sz="115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  <a:p>
            <a:r>
              <a:rPr lang="en-US" sz="115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r>
              <a:rPr lang="en-US" sz="115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Acknowledgement</a:t>
            </a:r>
            <a:r>
              <a:rPr lang="en-US" sz="115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15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50" dirty="0"/>
              <a:t>We gratefully acknowledge the Center for Quantum Technologies at Purdue University for their financial support of this work.. We also thank Gurobi Optimization (version 11.0.2) for providing a free academic license, and D-Wave for granting access to their quantum computing platform.</a:t>
            </a:r>
            <a:endParaRPr lang="en-US" sz="1150" kern="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F5CC7D7-7783-5E7B-DA55-A94DFDEE47ED}"/>
              </a:ext>
            </a:extLst>
          </p:cNvPr>
          <p:cNvSpPr/>
          <p:nvPr/>
        </p:nvSpPr>
        <p:spPr>
          <a:xfrm>
            <a:off x="38034580" y="1822707"/>
            <a:ext cx="234184" cy="3898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7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D4B8CF4-62D3-0BD1-3747-210ABF895801}"/>
              </a:ext>
            </a:extLst>
          </p:cNvPr>
          <p:cNvSpPr/>
          <p:nvPr/>
        </p:nvSpPr>
        <p:spPr>
          <a:xfrm>
            <a:off x="39325340" y="2452585"/>
            <a:ext cx="234184" cy="3898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7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A6A20B2B-D8E3-DDB3-C9FE-ADA65FA069E0}"/>
              </a:ext>
            </a:extLst>
          </p:cNvPr>
          <p:cNvSpPr/>
          <p:nvPr/>
        </p:nvSpPr>
        <p:spPr>
          <a:xfrm>
            <a:off x="38180945" y="1969072"/>
            <a:ext cx="234184" cy="3898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7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C67DD3C3-E898-6F37-9786-129710A536DE}"/>
              </a:ext>
            </a:extLst>
          </p:cNvPr>
          <p:cNvSpPr/>
          <p:nvPr/>
        </p:nvSpPr>
        <p:spPr>
          <a:xfrm>
            <a:off x="39471705" y="2598950"/>
            <a:ext cx="234184" cy="3898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7"/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8EF0E9CF-3E21-7EF4-D599-86696D7F0AC1}"/>
              </a:ext>
            </a:extLst>
          </p:cNvPr>
          <p:cNvGrpSpPr/>
          <p:nvPr/>
        </p:nvGrpSpPr>
        <p:grpSpPr>
          <a:xfrm>
            <a:off x="36916216" y="1267912"/>
            <a:ext cx="2276049" cy="2202986"/>
            <a:chOff x="43882084" y="10615780"/>
            <a:chExt cx="2019600" cy="2062530"/>
          </a:xfrm>
        </p:grpSpPr>
        <p:pic>
          <p:nvPicPr>
            <p:cNvPr id="189" name="Imagen 18" descr="Un dibujo de una cara feliz&#10;&#10;Descripción generada automáticamente con confianza baja">
              <a:extLst>
                <a:ext uri="{FF2B5EF4-FFF2-40B4-BE49-F238E27FC236}">
                  <a16:creationId xmlns:a16="http://schemas.microsoft.com/office/drawing/2014/main" id="{322BE99F-1C54-3742-CE0E-BBC2B0D26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82084" y="12363327"/>
              <a:ext cx="2019600" cy="314983"/>
            </a:xfrm>
            <a:prstGeom prst="rect">
              <a:avLst/>
            </a:prstGeom>
          </p:spPr>
        </p:pic>
        <p:pic>
          <p:nvPicPr>
            <p:cNvPr id="190" name="Imagen 18" descr="Un dibujo de una cara feliz&#10;&#10;Descripción generada automáticamente con confianza baja">
              <a:extLst>
                <a:ext uri="{FF2B5EF4-FFF2-40B4-BE49-F238E27FC236}">
                  <a16:creationId xmlns:a16="http://schemas.microsoft.com/office/drawing/2014/main" id="{1A35B121-73E0-E73B-DD8B-AF9F3A23B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715" r="13676"/>
            <a:stretch/>
          </p:blipFill>
          <p:spPr>
            <a:xfrm>
              <a:off x="44301003" y="10615780"/>
              <a:ext cx="1314017" cy="1505914"/>
            </a:xfrm>
            <a:prstGeom prst="rect">
              <a:avLst/>
            </a:prstGeom>
          </p:spPr>
        </p:pic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A50C5C05-FE09-FBD7-E05E-0670BF891868}"/>
                </a:ext>
              </a:extLst>
            </p:cNvPr>
            <p:cNvSpPr/>
            <p:nvPr/>
          </p:nvSpPr>
          <p:spPr>
            <a:xfrm>
              <a:off x="44085279" y="11233691"/>
              <a:ext cx="243840" cy="40594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97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E895C955-8284-9D7C-6D50-EF219397DB22}"/>
                </a:ext>
              </a:extLst>
            </p:cNvPr>
            <p:cNvSpPr/>
            <p:nvPr/>
          </p:nvSpPr>
          <p:spPr>
            <a:xfrm>
              <a:off x="45493100" y="11850844"/>
              <a:ext cx="243840" cy="40594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97"/>
            </a:p>
          </p:txBody>
        </p:sp>
      </p:grpSp>
      <p:pic>
        <p:nvPicPr>
          <p:cNvPr id="195" name="Picture 194" descr="A person in a suit&#10;&#10;Description automatically generated">
            <a:extLst>
              <a:ext uri="{FF2B5EF4-FFF2-40B4-BE49-F238E27FC236}">
                <a16:creationId xmlns:a16="http://schemas.microsoft.com/office/drawing/2014/main" id="{3A42E2C9-1B6A-6E87-F9AE-584EA4F03E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737" y="787626"/>
            <a:ext cx="2850920" cy="2832336"/>
          </a:xfrm>
          <a:prstGeom prst="rect">
            <a:avLst/>
          </a:prstGeom>
        </p:spPr>
      </p:pic>
      <p:sp>
        <p:nvSpPr>
          <p:cNvPr id="197" name="TextBox 196">
            <a:extLst>
              <a:ext uri="{FF2B5EF4-FFF2-40B4-BE49-F238E27FC236}">
                <a16:creationId xmlns:a16="http://schemas.microsoft.com/office/drawing/2014/main" id="{B3BE0D38-A550-58F9-3B1E-3874E60AE96A}"/>
              </a:ext>
            </a:extLst>
          </p:cNvPr>
          <p:cNvSpPr txBox="1"/>
          <p:nvPr/>
        </p:nvSpPr>
        <p:spPr>
          <a:xfrm>
            <a:off x="15948543" y="5276000"/>
            <a:ext cx="13127811" cy="92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9309" indent="-329309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In this work, the optimal sensor placement problem is first formulated as a </a:t>
            </a:r>
            <a:r>
              <a:rPr lang="en-US" sz="2400" b="1" dirty="0">
                <a:cs typeface="Times New Roman" panose="02020603050405020304" pitchFamily="18" charset="0"/>
              </a:rPr>
              <a:t>Mixed Integer Program (MIP) </a:t>
            </a:r>
            <a:r>
              <a:rPr lang="en-US" sz="2400" baseline="30000" dirty="0">
                <a:ea typeface="Roboto" panose="02000000000000000000" pitchFamily="2" charset="0"/>
                <a:cs typeface="Roboto" panose="02000000000000000000" pitchFamily="2" charset="0"/>
              </a:rPr>
              <a:t>[1]</a:t>
            </a:r>
          </a:p>
          <a:p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To reformulate the </a:t>
            </a:r>
            <a:r>
              <a:rPr lang="en-US" sz="2400" b="1" dirty="0">
                <a:cs typeface="Times New Roman" panose="02020603050405020304" pitchFamily="18" charset="0"/>
              </a:rPr>
              <a:t>MIP</a:t>
            </a:r>
            <a:r>
              <a:rPr lang="en-US" sz="2400" dirty="0">
                <a:cs typeface="Times New Roman" panose="02020603050405020304" pitchFamily="18" charset="0"/>
              </a:rPr>
              <a:t> into a</a:t>
            </a:r>
            <a:r>
              <a:rPr lang="en-US" sz="2400" b="1" dirty="0">
                <a:cs typeface="Times New Roman" panose="02020603050405020304" pitchFamily="18" charset="0"/>
              </a:rPr>
              <a:t> Quadratic Unconstrained Binary Optimization (QUBO) </a:t>
            </a:r>
            <a:r>
              <a:rPr lang="en-US" sz="2400" dirty="0">
                <a:cs typeface="Times New Roman" panose="02020603050405020304" pitchFamily="18" charset="0"/>
              </a:rPr>
              <a:t>problem, the </a:t>
            </a:r>
            <a:r>
              <a:rPr lang="en-US" sz="2400" b="1" dirty="0">
                <a:cs typeface="Times New Roman" panose="02020603050405020304" pitchFamily="18" charset="0"/>
              </a:rPr>
              <a:t>constraint</a:t>
            </a:r>
            <a:r>
              <a:rPr lang="en-US" sz="2400" dirty="0">
                <a:cs typeface="Times New Roman" panose="02020603050405020304" pitchFamily="18" charset="0"/>
              </a:rPr>
              <a:t> is </a:t>
            </a:r>
            <a:r>
              <a:rPr lang="en-US" sz="2400" b="1" dirty="0">
                <a:cs typeface="Times New Roman" panose="02020603050405020304" pitchFamily="18" charset="0"/>
              </a:rPr>
              <a:t>penalized</a:t>
            </a:r>
            <a:r>
              <a:rPr lang="en-US" sz="2400" dirty="0">
                <a:cs typeface="Times New Roman" panose="02020603050405020304" pitchFamily="18" charset="0"/>
              </a:rPr>
              <a:t> and incorporated into the objective function</a:t>
            </a: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pPr marL="329309" indent="-329309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Expanding and simplifying terms, we have the QUBO problem as follows: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The QUBO problem is the native formulation for the Quantum Annealer</a:t>
            </a:r>
            <a:endParaRPr lang="en-US" sz="2400" b="1" baseline="300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E3CBBBB7-9D50-B5F5-F3AF-126E67925041}"/>
              </a:ext>
            </a:extLst>
          </p:cNvPr>
          <p:cNvSpPr txBox="1"/>
          <p:nvPr/>
        </p:nvSpPr>
        <p:spPr>
          <a:xfrm>
            <a:off x="1879352" y="5656808"/>
            <a:ext cx="12952931" cy="777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426" indent="-274426">
              <a:buFont typeface="Arial" panose="020B0604020202020204" pitchFamily="34" charset="0"/>
              <a:buChar char="•"/>
            </a:pPr>
            <a:r>
              <a:rPr lang="en-US" sz="2497" b="1" dirty="0"/>
              <a:t>Water distribution systems are networks </a:t>
            </a:r>
            <a:r>
              <a:rPr lang="en-US" sz="2497" dirty="0"/>
              <a:t>that connect </a:t>
            </a:r>
            <a:r>
              <a:rPr lang="en-US" sz="2497" b="1" dirty="0"/>
              <a:t>nodes</a:t>
            </a:r>
            <a:r>
              <a:rPr lang="en-US" sz="2497" dirty="0"/>
              <a:t> (or vertices) with </a:t>
            </a:r>
            <a:r>
              <a:rPr lang="en-US" sz="2497" b="1" dirty="0"/>
              <a:t>pipes</a:t>
            </a:r>
            <a:r>
              <a:rPr lang="en-US" sz="2497" dirty="0"/>
              <a:t> (or edges) to deliver water to customers </a:t>
            </a:r>
            <a:r>
              <a:rPr lang="en-US" sz="2497" baseline="30000" dirty="0"/>
              <a:t>[2]</a:t>
            </a:r>
            <a:r>
              <a:rPr lang="en-US" sz="2497" dirty="0"/>
              <a:t>.</a:t>
            </a:r>
          </a:p>
          <a:p>
            <a:pPr marL="274426" indent="-274426">
              <a:buFont typeface="Arial" panose="020B0604020202020204" pitchFamily="34" charset="0"/>
              <a:buChar char="•"/>
            </a:pPr>
            <a:r>
              <a:rPr lang="en-US" sz="2497" dirty="0"/>
              <a:t>Therefore, </a:t>
            </a:r>
            <a:r>
              <a:rPr lang="en-US" sz="2497" b="1" dirty="0"/>
              <a:t>leaks</a:t>
            </a:r>
            <a:r>
              <a:rPr lang="en-US" sz="2497" dirty="0"/>
              <a:t> in Water Distribution Networks (WDNs) can result in </a:t>
            </a:r>
            <a:r>
              <a:rPr lang="en-US" sz="2497" b="1" dirty="0"/>
              <a:t>substantial economic losses </a:t>
            </a:r>
            <a:r>
              <a:rPr lang="en-US" sz="2497" dirty="0"/>
              <a:t>and squander essential resources </a:t>
            </a:r>
            <a:r>
              <a:rPr lang="en-US" sz="2497" baseline="30000" dirty="0"/>
              <a:t>[1]</a:t>
            </a:r>
            <a:r>
              <a:rPr lang="en-US" sz="2497" dirty="0"/>
              <a:t>.</a:t>
            </a:r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endParaRPr lang="en-US" sz="2497" baseline="-25000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endParaRPr lang="en-US" sz="2497" dirty="0"/>
          </a:p>
          <a:p>
            <a:endParaRPr lang="en-US" sz="2497" dirty="0"/>
          </a:p>
          <a:p>
            <a:pPr marL="274426" indent="-274426">
              <a:buFont typeface="Arial" panose="020B0604020202020204" pitchFamily="34" charset="0"/>
              <a:buChar char="•"/>
            </a:pPr>
            <a:r>
              <a:rPr lang="en-US" sz="2497" dirty="0"/>
              <a:t>To effectively </a:t>
            </a:r>
            <a:r>
              <a:rPr lang="en-US" sz="2497" b="1" dirty="0"/>
              <a:t>monitor</a:t>
            </a:r>
            <a:r>
              <a:rPr lang="en-US" sz="2497" dirty="0"/>
              <a:t> WDNs to prevent failures, heavy </a:t>
            </a:r>
            <a:r>
              <a:rPr lang="en-US" sz="2497" b="1" dirty="0"/>
              <a:t>strategic placing of pressure sensors is crucial.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B5E2827-7D9F-9FC0-2327-F6CB81E70825}"/>
                  </a:ext>
                </a:extLst>
              </p:cNvPr>
              <p:cNvSpPr txBox="1"/>
              <p:nvPr/>
            </p:nvSpPr>
            <p:spPr>
              <a:xfrm>
                <a:off x="1879352" y="13330101"/>
                <a:ext cx="12952931" cy="16622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74426" indent="-274426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In this work, the optimal sensor placement in WDN’s is represented as </a:t>
                </a:r>
                <a:r>
                  <a:rPr lang="en-US" sz="2500" b="1" dirty="0"/>
                  <a:t>a graph optimization problem </a:t>
                </a:r>
                <a14:m>
                  <m:oMath xmlns:m="http://schemas.openxmlformats.org/officeDocument/2006/math">
                    <m:r>
                      <a:rPr lang="en-US" sz="2500" b="1" i="1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𝑮</m:t>
                    </m:r>
                    <m:r>
                      <a:rPr lang="en-US" sz="2500" b="1" i="1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(</m:t>
                    </m:r>
                    <m:r>
                      <a:rPr lang="en-US" sz="2500" b="1" i="1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𝑽</m:t>
                    </m:r>
                    <m:r>
                      <a:rPr lang="en-US" sz="2500" b="1" i="1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,</m:t>
                    </m:r>
                    <m:r>
                      <a:rPr lang="en-US" sz="2500" b="1" i="1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𝑬</m:t>
                    </m:r>
                    <m:r>
                      <a:rPr lang="en-US" sz="2500" b="1" i="1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n-US" sz="2500" b="1" dirty="0"/>
                  <a:t> </a:t>
                </a:r>
                <a:r>
                  <a:rPr lang="en-US" sz="2500" dirty="0"/>
                  <a:t>where </a:t>
                </a:r>
                <a14:m>
                  <m:oMath xmlns:m="http://schemas.openxmlformats.org/officeDocument/2006/math">
                    <m:r>
                      <a:rPr lang="en-US" sz="2500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500" b="1" dirty="0"/>
                  <a:t> represents the nodes </a:t>
                </a:r>
                <a:r>
                  <a:rPr lang="en-US" sz="2500" dirty="0"/>
                  <a:t>in the WDN, and </a:t>
                </a:r>
                <a14:m>
                  <m:oMath xmlns:m="http://schemas.openxmlformats.org/officeDocument/2006/math">
                    <m:r>
                      <a:rPr lang="en-US" sz="2500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sz="2500" b="1" dirty="0"/>
                  <a:t> represents the pipes </a:t>
                </a:r>
                <a:r>
                  <a:rPr lang="en-US" sz="2500" dirty="0"/>
                  <a:t>connecting the nodes.</a:t>
                </a:r>
              </a:p>
              <a:p>
                <a:pPr marL="274426" indent="-274426">
                  <a:buFont typeface="Arial" panose="020B0604020202020204" pitchFamily="34" charset="0"/>
                  <a:buChar char="•"/>
                </a:pPr>
                <a:r>
                  <a:rPr lang="en-US" sz="2500" b="1" dirty="0"/>
                  <a:t>Identifying critical nodes and edges in the WDN can improve fault detection and response as well as prioritization of upgrades and maintenance</a:t>
                </a:r>
                <a:r>
                  <a:rPr lang="en-US" sz="2500" dirty="0"/>
                  <a:t>. Moreover, </a:t>
                </a:r>
                <a:r>
                  <a:rPr lang="en-US" sz="2500" b="1" dirty="0"/>
                  <a:t>this will ensure that sensors are placed near the critical components</a:t>
                </a:r>
                <a:r>
                  <a:rPr lang="en-US" sz="2500" dirty="0"/>
                  <a:t> of the network.</a:t>
                </a:r>
              </a:p>
              <a:p>
                <a:pPr marL="274426" indent="-274426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To achieve the above, the </a:t>
                </a:r>
                <a:r>
                  <a:rPr lang="en-US" sz="2500" b="1" dirty="0"/>
                  <a:t>edge betweenness </a:t>
                </a:r>
                <a:r>
                  <a:rPr lang="en-US" sz="2500" dirty="0"/>
                  <a:t>and </a:t>
                </a:r>
                <a:r>
                  <a:rPr lang="en-US" sz="2500" b="1" dirty="0"/>
                  <a:t>node</a:t>
                </a:r>
                <a:r>
                  <a:rPr lang="en-US" sz="2500" dirty="0"/>
                  <a:t> </a:t>
                </a:r>
                <a:r>
                  <a:rPr lang="en-US" sz="2500" b="1" dirty="0"/>
                  <a:t>degree centrality metrics</a:t>
                </a:r>
                <a:r>
                  <a:rPr lang="en-US" sz="2500" dirty="0"/>
                  <a:t> are used.</a:t>
                </a:r>
              </a:p>
              <a:p>
                <a:pPr marL="274426" indent="-274426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The edge betweenness centrality metric is defined as</a:t>
                </a:r>
                <a:r>
                  <a:rPr lang="en-US" sz="2500" baseline="30000" dirty="0"/>
                  <a:t>[2]</a:t>
                </a:r>
                <a:r>
                  <a:rPr lang="en-US" sz="2500" dirty="0"/>
                  <a:t>: </a:t>
                </a:r>
              </a:p>
              <a:p>
                <a:endParaRPr lang="en-US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5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The node degree centrality metric is defined as </a:t>
                </a:r>
                <a:r>
                  <a:rPr lang="en-US" sz="2500" baseline="30000" dirty="0"/>
                  <a:t>[2]</a:t>
                </a:r>
                <a:r>
                  <a:rPr lang="en-US" sz="25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500" b="0" i="0" smtClean="0">
                                  <a:latin typeface="Cambria Math" panose="02040503050406030204" pitchFamily="18" charset="0"/>
                                </a:rPr>
                                <m:t>deg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  <a:p>
                <a:pPr algn="ctr"/>
                <a:endParaRPr lang="en-US" sz="2500" dirty="0"/>
              </a:p>
              <a:p>
                <a:pPr algn="ctr"/>
                <a:endParaRPr lang="en-US" sz="2500" dirty="0"/>
              </a:p>
              <a:p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439080" indent="-43908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endParaRPr lang="en-US" sz="2500" b="1" dirty="0"/>
              </a:p>
              <a:p>
                <a:endParaRPr lang="en-US" sz="2500" b="1" dirty="0"/>
              </a:p>
              <a:p>
                <a:endParaRPr lang="en-US" sz="2500" b="1" dirty="0"/>
              </a:p>
              <a:p>
                <a:endParaRPr lang="en-US" sz="2500" b="1" dirty="0"/>
              </a:p>
              <a:p>
                <a:pPr marL="342900" indent="-342900" algn="l" rtl="0" fontAlgn="base">
                  <a:buFont typeface="Arial" panose="020B0604020202020204" pitchFamily="34" charset="0"/>
                  <a:buChar char="•"/>
                </a:pPr>
                <a:r>
                  <a:rPr lang="en-US" sz="2500" b="1" i="0" u="none" strike="noStrike" dirty="0">
                    <a:solidFill>
                      <a:srgbClr val="000000"/>
                    </a:solidFill>
                    <a:effectLst/>
                  </a:rPr>
                  <a:t>To compare the performance of five different optimization solvers</a:t>
                </a:r>
                <a:r>
                  <a:rPr lang="en-US" sz="2500" b="0" i="0" u="none" strike="noStrike" dirty="0">
                    <a:solidFill>
                      <a:srgbClr val="000000"/>
                    </a:solidFill>
                    <a:effectLst/>
                  </a:rPr>
                  <a:t>:</a:t>
                </a:r>
                <a:r>
                  <a:rPr lang="en-US" sz="2500" b="0" i="0" dirty="0">
                    <a:effectLst/>
                  </a:rPr>
                  <a:t>​</a:t>
                </a:r>
              </a:p>
              <a:p>
                <a:pPr lvl="1" fontAlgn="base">
                  <a:buFont typeface="+mj-lt"/>
                  <a:buAutoNum type="arabicPeriod"/>
                </a:pPr>
                <a:r>
                  <a:rPr lang="en-US" sz="2500" b="0" i="0" u="none" strike="noStrike" dirty="0">
                    <a:solidFill>
                      <a:srgbClr val="000000"/>
                    </a:solidFill>
                    <a:effectLst/>
                  </a:rPr>
                  <a:t>Gurobi, </a:t>
                </a:r>
                <a:r>
                  <a:rPr lang="en-US" sz="2500" b="1" i="0" u="none" strike="noStrike" dirty="0">
                    <a:solidFill>
                      <a:srgbClr val="000000"/>
                    </a:solidFill>
                    <a:effectLst/>
                  </a:rPr>
                  <a:t>(Exact solver)</a:t>
                </a:r>
                <a:r>
                  <a:rPr lang="en-US" sz="2500" b="0" i="0" dirty="0">
                    <a:effectLst/>
                  </a:rPr>
                  <a:t>​</a:t>
                </a:r>
              </a:p>
              <a:p>
                <a:pPr lvl="1" fontAlgn="base">
                  <a:buFont typeface="+mj-lt"/>
                  <a:buAutoNum type="arabicPeriod"/>
                </a:pPr>
                <a:r>
                  <a:rPr lang="en-US" sz="2500" b="0" i="0" u="none" strike="noStrike" dirty="0">
                    <a:solidFill>
                      <a:srgbClr val="000000"/>
                    </a:solidFill>
                    <a:effectLst/>
                  </a:rPr>
                  <a:t>dwave-neal Simulated Annealing sampler</a:t>
                </a:r>
                <a:r>
                  <a:rPr lang="en-US" sz="2500" b="0" i="0" dirty="0">
                    <a:effectLst/>
                  </a:rPr>
                  <a:t>​</a:t>
                </a:r>
              </a:p>
              <a:p>
                <a:pPr lvl="1" fontAlgn="base">
                  <a:buFont typeface="+mj-lt"/>
                  <a:buAutoNum type="arabicPeriod"/>
                </a:pPr>
                <a:r>
                  <a:rPr lang="en-US" sz="2500" b="0" i="0" u="none" strike="noStrike" dirty="0">
                    <a:solidFill>
                      <a:srgbClr val="000000"/>
                    </a:solidFill>
                    <a:effectLst/>
                  </a:rPr>
                  <a:t>dwave-tabu Tabu Search Sampler</a:t>
                </a:r>
                <a:r>
                  <a:rPr lang="en-US" sz="2500" b="0" i="0" dirty="0">
                    <a:effectLst/>
                  </a:rPr>
                  <a:t>​</a:t>
                </a:r>
              </a:p>
              <a:p>
                <a:pPr lvl="1" fontAlgn="base">
                  <a:buFont typeface="+mj-lt"/>
                  <a:buAutoNum type="arabicPeriod"/>
                </a:pPr>
                <a:r>
                  <a:rPr lang="en-US" sz="2500" b="0" i="0" u="none" strike="noStrike" dirty="0">
                    <a:solidFill>
                      <a:srgbClr val="000000"/>
                    </a:solidFill>
                    <a:effectLst/>
                  </a:rPr>
                  <a:t>D-Wave Leap Hybrid Quantum-Classical solver</a:t>
                </a:r>
                <a:r>
                  <a:rPr lang="en-US" sz="2500" b="0" i="0" dirty="0">
                    <a:effectLst/>
                  </a:rPr>
                  <a:t>​</a:t>
                </a:r>
              </a:p>
              <a:p>
                <a:pPr lvl="1" fontAlgn="base">
                  <a:buFont typeface="+mj-lt"/>
                  <a:buAutoNum type="arabicPeriod"/>
                </a:pPr>
                <a:r>
                  <a:rPr lang="en-US" sz="2500" b="0" i="0" u="none" strike="noStrike" dirty="0">
                    <a:solidFill>
                      <a:srgbClr val="000000"/>
                    </a:solidFill>
                    <a:effectLst/>
                  </a:rPr>
                  <a:t>D-Wave Advantage 4.1 Quantum Annealer </a:t>
                </a:r>
                <a:endParaRPr lang="en-US" sz="2500" b="0" i="0" dirty="0">
                  <a:effectLst/>
                </a:endParaRPr>
              </a:p>
              <a:p>
                <a:pPr algn="l" rtl="0" fontAlgn="base"/>
                <a:r>
                  <a:rPr lang="en-US" sz="2500" b="0" i="0" u="none" strike="noStrike" dirty="0">
                    <a:solidFill>
                      <a:srgbClr val="000000"/>
                    </a:solidFill>
                    <a:effectLst/>
                  </a:rPr>
                  <a:t>in achieving the best</a:t>
                </a:r>
                <a:r>
                  <a:rPr lang="en-US" sz="2500" b="1" i="0" u="none" strike="noStrike" dirty="0">
                    <a:solidFill>
                      <a:srgbClr val="000000"/>
                    </a:solidFill>
                    <a:effectLst/>
                  </a:rPr>
                  <a:t> objective solution </a:t>
                </a:r>
                <a:r>
                  <a:rPr lang="en-US" sz="2500" b="0" i="0" u="none" strike="noStrike" dirty="0">
                    <a:solidFill>
                      <a:srgbClr val="000000"/>
                    </a:solidFill>
                    <a:effectLst/>
                  </a:rPr>
                  <a:t>and </a:t>
                </a:r>
                <a:r>
                  <a:rPr lang="en-US" sz="2500" b="1" i="0" u="none" strike="noStrike" dirty="0">
                    <a:solidFill>
                      <a:srgbClr val="000000"/>
                    </a:solidFill>
                    <a:effectLst/>
                  </a:rPr>
                  <a:t>Time to Target (TTT) </a:t>
                </a:r>
                <a:r>
                  <a:rPr lang="en-US" sz="2500" b="0" i="0" u="none" strike="noStrike" dirty="0">
                    <a:solidFill>
                      <a:srgbClr val="000000"/>
                    </a:solidFill>
                    <a:effectLst/>
                  </a:rPr>
                  <a:t>when solving the optimal sensor placement problem in real Water Distribution Networks (WDNs).</a:t>
                </a:r>
                <a:r>
                  <a:rPr lang="en-US" sz="2500" b="0" i="0" dirty="0">
                    <a:effectLst/>
                  </a:rPr>
                  <a:t>​</a:t>
                </a:r>
              </a:p>
              <a:p>
                <a:endParaRPr lang="en-US" sz="2500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B5E2827-7D9F-9FC0-2327-F6CB81E70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352" y="13330101"/>
                <a:ext cx="12952931" cy="16622436"/>
              </a:xfrm>
              <a:prstGeom prst="rect">
                <a:avLst/>
              </a:prstGeom>
              <a:blipFill>
                <a:blip r:embed="rId11"/>
                <a:stretch>
                  <a:fillRect l="-753" t="-293" r="-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2BA791B-599C-9B9D-1036-F04E51D12501}"/>
              </a:ext>
            </a:extLst>
          </p:cNvPr>
          <p:cNvCxnSpPr/>
          <p:nvPr/>
        </p:nvCxnSpPr>
        <p:spPr>
          <a:xfrm>
            <a:off x="31406592" y="1631513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B8249BC8-06E2-5CFE-F0C0-D874B147F68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64540116"/>
                  </p:ext>
                </p:extLst>
              </p:nvPr>
            </p:nvGraphicFramePr>
            <p:xfrm>
              <a:off x="15565577" y="27894992"/>
              <a:ext cx="5561395" cy="399332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Choice>
        <mc:Fallback xmlns="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B8249BC8-06E2-5CFE-F0C0-D874B147F68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64540116"/>
                  </p:ext>
                </p:extLst>
              </p:nvPr>
            </p:nvGraphicFramePr>
            <p:xfrm>
              <a:off x="15565577" y="27894992"/>
              <a:ext cx="5561395" cy="399332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7" r:lo="rId18" r:qs="rId19" r:cs="rId20"/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F81E0E5-DCE9-80AE-CF13-718965B061AD}"/>
              </a:ext>
            </a:extLst>
          </p:cNvPr>
          <p:cNvSpPr txBox="1"/>
          <p:nvPr/>
        </p:nvSpPr>
        <p:spPr>
          <a:xfrm>
            <a:off x="20501008" y="27963138"/>
            <a:ext cx="52686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cs typeface="Times New Roman" panose="02020603050405020304" pitchFamily="18" charset="0"/>
              </a:rPr>
              <a:t>Measures the time taken to obtain the solution with 99% confidence.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295B57-7E40-BC88-B702-588EB6779154}"/>
                  </a:ext>
                </a:extLst>
              </p:cNvPr>
              <p:cNvSpPr txBox="1"/>
              <p:nvPr/>
            </p:nvSpPr>
            <p:spPr>
              <a:xfrm>
                <a:off x="20948130" y="28866823"/>
                <a:ext cx="6942173" cy="16652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𝑇𝑇𝑇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∞,              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𝑟𝑢𝑛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𝑡𝑖𝑚𝑒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(1−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(1−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0&lt;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𝑟𝑢𝑛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𝑡𝑖𝑚𝑒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295B57-7E40-BC88-B702-588EB6779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8130" y="28866823"/>
                <a:ext cx="6942173" cy="166526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D9F64A-F133-5198-8FDA-11075D007248}"/>
                  </a:ext>
                </a:extLst>
              </p:cNvPr>
              <p:cNvSpPr txBox="1"/>
              <p:nvPr/>
            </p:nvSpPr>
            <p:spPr>
              <a:xfrm>
                <a:off x="21951853" y="30776580"/>
                <a:ext cx="535371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=0.99, 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confidence of obtaining a particular solution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Probability of success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D9F64A-F133-5198-8FDA-11075D007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1853" y="30776580"/>
                <a:ext cx="5353710" cy="1200329"/>
              </a:xfrm>
              <a:prstGeom prst="rect">
                <a:avLst/>
              </a:prstGeom>
              <a:blipFill>
                <a:blip r:embed="rId22"/>
                <a:stretch>
                  <a:fillRect l="-170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DAA241-1E66-E5AE-324B-6053D71D48AF}"/>
              </a:ext>
            </a:extLst>
          </p:cNvPr>
          <p:cNvCxnSpPr>
            <a:cxnSpLocks/>
          </p:cNvCxnSpPr>
          <p:nvPr/>
        </p:nvCxnSpPr>
        <p:spPr>
          <a:xfrm flipV="1">
            <a:off x="19744519" y="28479516"/>
            <a:ext cx="803134" cy="3325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755A61-5ACA-B6F3-F545-76F743417BD7}"/>
                  </a:ext>
                </a:extLst>
              </p:cNvPr>
              <p:cNvSpPr txBox="1"/>
              <p:nvPr/>
            </p:nvSpPr>
            <p:spPr>
              <a:xfrm>
                <a:off x="15782873" y="7179564"/>
                <a:ext cx="10509230" cy="2137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:endParaRPr lang="en-US" sz="2400" dirty="0"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)(1−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fName>
                        <m:e>
                          <m:r>
                            <a:rPr lang="en-US" sz="2400" b="1" i="1" baseline="-2500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dirty="0"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algn="ctr"/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: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b="0" i="1" dirty="0"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algn="ctr"/>
                <a:r>
                  <a:rPr lang="en-US" sz="2400" dirty="0"/>
                  <a:t>	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755A61-5ACA-B6F3-F545-76F743417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2873" y="7179564"/>
                <a:ext cx="10509230" cy="2137445"/>
              </a:xfrm>
              <a:prstGeom prst="rect">
                <a:avLst/>
              </a:prstGeom>
              <a:blipFill>
                <a:blip r:embed="rId23"/>
                <a:stretch>
                  <a:fillRect b="-24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C3F61F-5194-277F-30EE-89509DEEC4AD}"/>
              </a:ext>
            </a:extLst>
          </p:cNvPr>
          <p:cNvCxnSpPr>
            <a:cxnSpLocks/>
          </p:cNvCxnSpPr>
          <p:nvPr/>
        </p:nvCxnSpPr>
        <p:spPr>
          <a:xfrm flipV="1">
            <a:off x="19444500" y="7037070"/>
            <a:ext cx="0" cy="647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04FC74-8045-A355-D386-0BAD657CC7F0}"/>
              </a:ext>
            </a:extLst>
          </p:cNvPr>
          <p:cNvCxnSpPr>
            <a:cxnSpLocks/>
          </p:cNvCxnSpPr>
          <p:nvPr/>
        </p:nvCxnSpPr>
        <p:spPr>
          <a:xfrm flipV="1">
            <a:off x="21187638" y="7054152"/>
            <a:ext cx="0" cy="6782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62B67A-550B-6578-C513-73D5382B1F06}"/>
              </a:ext>
            </a:extLst>
          </p:cNvPr>
          <p:cNvCxnSpPr>
            <a:cxnSpLocks/>
          </p:cNvCxnSpPr>
          <p:nvPr/>
        </p:nvCxnSpPr>
        <p:spPr>
          <a:xfrm>
            <a:off x="22728756" y="8762991"/>
            <a:ext cx="5581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58EA80-356E-2552-7913-286A22499AAB}"/>
                  </a:ext>
                </a:extLst>
              </p:cNvPr>
              <p:cNvSpPr txBox="1"/>
              <p:nvPr/>
            </p:nvSpPr>
            <p:spPr>
              <a:xfrm>
                <a:off x="18079639" y="6137789"/>
                <a:ext cx="2847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cs typeface="Times New Roman" panose="02020603050405020304" pitchFamily="18" charset="0"/>
                  </a:rPr>
                  <a:t>cost of placing a sensor at a 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58EA80-356E-2552-7913-286A22499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9639" y="6137789"/>
                <a:ext cx="2847800" cy="830997"/>
              </a:xfrm>
              <a:prstGeom prst="rect">
                <a:avLst/>
              </a:prstGeom>
              <a:blipFill>
                <a:blip r:embed="rId24"/>
                <a:stretch>
                  <a:fillRect l="-3426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6F035A-7690-002A-443A-9D4B821EE894}"/>
                  </a:ext>
                </a:extLst>
              </p:cNvPr>
              <p:cNvSpPr txBox="1"/>
              <p:nvPr/>
            </p:nvSpPr>
            <p:spPr>
              <a:xfrm>
                <a:off x="20551270" y="5772462"/>
                <a:ext cx="441526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cs typeface="Times New Roman" panose="02020603050405020304" pitchFamily="18" charset="0"/>
                  </a:rPr>
                  <a:t>cost of not placing a sensor adjacent to the edge connecting two nodes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6F035A-7690-002A-443A-9D4B821EE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1270" y="5772462"/>
                <a:ext cx="4415263" cy="1200329"/>
              </a:xfrm>
              <a:prstGeom prst="rect">
                <a:avLst/>
              </a:prstGeom>
              <a:blipFill>
                <a:blip r:embed="rId25"/>
                <a:stretch>
                  <a:fillRect l="-2069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301FF1F-3F36-5B9F-BED6-3A879AAD3785}"/>
              </a:ext>
            </a:extLst>
          </p:cNvPr>
          <p:cNvSpPr txBox="1"/>
          <p:nvPr/>
        </p:nvSpPr>
        <p:spPr>
          <a:xfrm>
            <a:off x="23370281" y="8511637"/>
            <a:ext cx="4842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total number of sensors (predefined)</a:t>
            </a:r>
            <a:endParaRPr lang="en-US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D9C81A-342A-DB8A-CDF9-58953B5AD83E}"/>
              </a:ext>
            </a:extLst>
          </p:cNvPr>
          <p:cNvCxnSpPr>
            <a:cxnSpLocks/>
          </p:cNvCxnSpPr>
          <p:nvPr/>
        </p:nvCxnSpPr>
        <p:spPr>
          <a:xfrm flipV="1">
            <a:off x="23169962" y="7330496"/>
            <a:ext cx="867411" cy="5147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FDB3DB8-969F-2807-98A5-2F9A2C8C8EC4}"/>
              </a:ext>
            </a:extLst>
          </p:cNvPr>
          <p:cNvSpPr txBox="1"/>
          <p:nvPr/>
        </p:nvSpPr>
        <p:spPr>
          <a:xfrm>
            <a:off x="24059644" y="6878602"/>
            <a:ext cx="2376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binary decision variable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39F858-D019-38C8-9D67-40678D941E16}"/>
              </a:ext>
            </a:extLst>
          </p:cNvPr>
          <p:cNvSpPr txBox="1"/>
          <p:nvPr/>
        </p:nvSpPr>
        <p:spPr>
          <a:xfrm>
            <a:off x="38149517" y="13159691"/>
            <a:ext cx="521554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Roboto"/>
                <a:ea typeface="Roboto"/>
                <a:cs typeface="Roboto"/>
              </a:rPr>
              <a:t>Embedding for </a:t>
            </a:r>
            <a:r>
              <a:rPr lang="en-US" sz="2400" b="1" dirty="0">
                <a:latin typeface="Roboto"/>
                <a:ea typeface="Roboto"/>
                <a:cs typeface="Roboto"/>
              </a:rPr>
              <a:t>Zhi Jiang</a:t>
            </a:r>
            <a:r>
              <a:rPr lang="en-US" sz="2400" dirty="0">
                <a:latin typeface="Roboto"/>
                <a:ea typeface="Roboto"/>
                <a:cs typeface="Roboto"/>
              </a:rPr>
              <a:t> WDN on </a:t>
            </a:r>
          </a:p>
          <a:p>
            <a:r>
              <a:rPr lang="en-US" sz="2400" dirty="0">
                <a:latin typeface="Roboto"/>
                <a:ea typeface="Roboto"/>
                <a:cs typeface="Roboto"/>
              </a:rPr>
              <a:t>D-Wave Advantage 4.1 </a:t>
            </a:r>
            <a:r>
              <a:rPr lang="en-US" sz="2400" b="1" dirty="0">
                <a:latin typeface="Roboto"/>
                <a:ea typeface="Roboto"/>
                <a:cs typeface="Roboto"/>
              </a:rPr>
              <a:t>Nodes</a:t>
            </a:r>
            <a:r>
              <a:rPr lang="en-US" sz="2400" dirty="0">
                <a:latin typeface="Roboto"/>
                <a:ea typeface="Roboto"/>
                <a:cs typeface="Roboto"/>
              </a:rPr>
              <a:t> = </a:t>
            </a:r>
            <a:r>
              <a:rPr lang="en-US" sz="2400" b="1" dirty="0">
                <a:latin typeface="Roboto"/>
                <a:ea typeface="Roboto"/>
                <a:cs typeface="Roboto"/>
              </a:rPr>
              <a:t>114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136272-01A8-0111-05DD-B9B419EE7F9E}"/>
                  </a:ext>
                </a:extLst>
              </p:cNvPr>
              <p:cNvSpPr txBox="1"/>
              <p:nvPr/>
            </p:nvSpPr>
            <p:spPr>
              <a:xfrm>
                <a:off x="16830047" y="9942008"/>
                <a:ext cx="10729337" cy="2595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fName>
                        <m:e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)(1−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400" dirty="0"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algn="ctr"/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400" dirty="0"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2400" dirty="0">
                    <a:cs typeface="Times New Roman" panose="02020603050405020304" pitchFamily="18" charset="0"/>
                  </a:rPr>
                  <a:t>where,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400" dirty="0">
                    <a:cs typeface="Times New Roman" panose="02020603050405020304" pitchFamily="18" charset="0"/>
                  </a:rPr>
                  <a:t>(lower bound)</a:t>
                </a:r>
              </a:p>
              <a:p>
                <a:pPr lvl="1" algn="ctr"/>
                <a:endParaRPr lang="en-US" sz="2400" dirty="0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136272-01A8-0111-05DD-B9B419EE7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0047" y="9942008"/>
                <a:ext cx="10729337" cy="259526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54E996-3449-B98E-CBA3-5BE9DF0C6707}"/>
              </a:ext>
            </a:extLst>
          </p:cNvPr>
          <p:cNvCxnSpPr>
            <a:cxnSpLocks/>
          </p:cNvCxnSpPr>
          <p:nvPr/>
        </p:nvCxnSpPr>
        <p:spPr>
          <a:xfrm>
            <a:off x="23930884" y="10762336"/>
            <a:ext cx="211853" cy="687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3B69E2A-5A6F-58C3-6DA1-23DC30F44C22}"/>
              </a:ext>
            </a:extLst>
          </p:cNvPr>
          <p:cNvSpPr txBox="1"/>
          <p:nvPr/>
        </p:nvSpPr>
        <p:spPr>
          <a:xfrm>
            <a:off x="24053400" y="11450012"/>
            <a:ext cx="3200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Scalar penalty constant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BD26E0-510A-145D-DE3B-88C73870A6F4}"/>
                  </a:ext>
                </a:extLst>
              </p:cNvPr>
              <p:cNvSpPr txBox="1"/>
              <p:nvPr/>
            </p:nvSpPr>
            <p:spPr>
              <a:xfrm>
                <a:off x="16830047" y="12329207"/>
                <a:ext cx="11477368" cy="1770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/>
                <a:endParaRPr lang="en-US" sz="2400" b="0" i="1" dirty="0"/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fName>
                        <m:e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algn="ctr"/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 :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BD26E0-510A-145D-DE3B-88C73870A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0047" y="12329207"/>
                <a:ext cx="11477368" cy="177086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F02C22F-E48F-88D7-03A8-1FDEAA0C3C44}"/>
              </a:ext>
            </a:extLst>
          </p:cNvPr>
          <p:cNvSpPr txBox="1"/>
          <p:nvPr/>
        </p:nvSpPr>
        <p:spPr>
          <a:xfrm>
            <a:off x="3629972" y="24524236"/>
            <a:ext cx="4815101" cy="47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97" b="1" dirty="0"/>
              <a:t>Apulia WDN with weights, s = 11 </a:t>
            </a:r>
            <a:r>
              <a:rPr lang="en-US" sz="2497" baseline="30000" dirty="0"/>
              <a:t>[4]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A9DD1747-0024-7771-801B-D8E498E54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8737" y="16018294"/>
            <a:ext cx="5158751" cy="2283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25A2AEE-76B8-FCFE-2889-2BE61BB8E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8188" y="22590380"/>
            <a:ext cx="4830996" cy="329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B4C4672-F953-957A-E3CD-F243D1A62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0512" y="19269564"/>
            <a:ext cx="4390496" cy="280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EB3E5CF-4D28-57D8-01C9-A379A76FD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1812" y="22319231"/>
            <a:ext cx="4389211" cy="338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 black computer tower with red lights&#10;&#10;Description automatically generated">
            <a:extLst>
              <a:ext uri="{FF2B5EF4-FFF2-40B4-BE49-F238E27FC236}">
                <a16:creationId xmlns:a16="http://schemas.microsoft.com/office/drawing/2014/main" id="{8E50A9E9-312B-60CB-C0BC-7634A126D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0884" y="16018294"/>
            <a:ext cx="2579825" cy="296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B17F2A4-7286-84FD-DFD1-582B31551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3341" y="16040920"/>
            <a:ext cx="2957366" cy="156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37FB5EA-831A-B7FB-2B8A-C2C42BDF689B}"/>
              </a:ext>
            </a:extLst>
          </p:cNvPr>
          <p:cNvSpPr txBox="1"/>
          <p:nvPr/>
        </p:nvSpPr>
        <p:spPr>
          <a:xfrm>
            <a:off x="16959543" y="18532406"/>
            <a:ext cx="2927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Branch and Bound </a:t>
            </a:r>
            <a:r>
              <a:rPr lang="en-US" sz="2400" baseline="30000" dirty="0"/>
              <a:t>[10]</a:t>
            </a:r>
            <a:endParaRPr lang="en-US" sz="2400" b="1" baseline="30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59A9B4-E83B-017D-9BF6-0632EEF1AD13}"/>
              </a:ext>
            </a:extLst>
          </p:cNvPr>
          <p:cNvSpPr txBox="1"/>
          <p:nvPr/>
        </p:nvSpPr>
        <p:spPr>
          <a:xfrm>
            <a:off x="16959543" y="22086200"/>
            <a:ext cx="2188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Tabu Search </a:t>
            </a:r>
            <a:r>
              <a:rPr lang="en-US" sz="2400" baseline="30000" dirty="0"/>
              <a:t>[12]</a:t>
            </a:r>
            <a:r>
              <a:rPr lang="en-US" sz="2400" b="1" dirty="0"/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9C0320-10A8-47AD-9137-30471157B255}"/>
              </a:ext>
            </a:extLst>
          </p:cNvPr>
          <p:cNvSpPr txBox="1"/>
          <p:nvPr/>
        </p:nvSpPr>
        <p:spPr>
          <a:xfrm>
            <a:off x="16591316" y="25844822"/>
            <a:ext cx="3428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Simulated Annealing </a:t>
            </a:r>
            <a:r>
              <a:rPr lang="en-US" sz="2400" baseline="30000" dirty="0"/>
              <a:t>[4, 11]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65BC93-E4E2-F5CA-578F-CCD7AFB1FC0A}"/>
              </a:ext>
            </a:extLst>
          </p:cNvPr>
          <p:cNvSpPr txBox="1"/>
          <p:nvPr/>
        </p:nvSpPr>
        <p:spPr>
          <a:xfrm>
            <a:off x="21970424" y="18168009"/>
            <a:ext cx="3571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D-Wave Advantage 4.1 </a:t>
            </a:r>
            <a:r>
              <a:rPr lang="en-US" sz="2400" baseline="30000" dirty="0"/>
              <a:t>[8]</a:t>
            </a:r>
            <a:r>
              <a:rPr lang="en-US" sz="2400" b="1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9DA4AB-EA68-82D1-5AAD-796E4A28861D}"/>
              </a:ext>
            </a:extLst>
          </p:cNvPr>
          <p:cNvSpPr txBox="1"/>
          <p:nvPr/>
        </p:nvSpPr>
        <p:spPr>
          <a:xfrm>
            <a:off x="26155073" y="20580094"/>
            <a:ext cx="3064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Adiabatic Evolution </a:t>
            </a:r>
            <a:r>
              <a:rPr lang="en-US" sz="2400" baseline="30000" dirty="0"/>
              <a:t>[13]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E9CA78-D78C-5EE3-FBF3-8202AD1BC68E}"/>
              </a:ext>
            </a:extLst>
          </p:cNvPr>
          <p:cNvSpPr txBox="1"/>
          <p:nvPr/>
        </p:nvSpPr>
        <p:spPr>
          <a:xfrm>
            <a:off x="22268378" y="25844821"/>
            <a:ext cx="4275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Quantum Annealing Schedule </a:t>
            </a:r>
            <a:r>
              <a:rPr lang="en-US" sz="2400" baseline="30000" dirty="0"/>
              <a:t>[8]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9B5CFA7-8362-CDA3-81EF-75FEE56FB370}"/>
                  </a:ext>
                </a:extLst>
              </p:cNvPr>
              <p:cNvSpPr txBox="1"/>
              <p:nvPr/>
            </p:nvSpPr>
            <p:spPr>
              <a:xfrm>
                <a:off x="26135971" y="23718993"/>
                <a:ext cx="3064366" cy="857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  <m:d>
                            <m:dPr>
                              <m:ctrlPr>
                                <a:rPr lang="en-US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𝒊𝒏𝒊𝒕</m:t>
                          </m:r>
                        </m:sub>
                      </m:sSub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d>
                        <m:d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sSub>
                        <m:sSub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𝒇𝒊𝒏𝒂𝒍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9B5CFA7-8362-CDA3-81EF-75FEE56FB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5971" y="23718993"/>
                <a:ext cx="3064366" cy="857479"/>
              </a:xfrm>
              <a:prstGeom prst="rect">
                <a:avLst/>
              </a:prstGeom>
              <a:blipFill>
                <a:blip r:embed="rId34"/>
                <a:stretch>
                  <a:fillRect b="-5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2" name="Picture 18" descr="A diagram of a sensor&#10;&#10;Description automatically generated">
            <a:extLst>
              <a:ext uri="{FF2B5EF4-FFF2-40B4-BE49-F238E27FC236}">
                <a16:creationId xmlns:a16="http://schemas.microsoft.com/office/drawing/2014/main" id="{227C29AC-6593-98D3-8EA8-1CE1D3C23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927" y="19125825"/>
            <a:ext cx="7415853" cy="493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79C9CBBE-ADA0-2C11-9D0C-EF8224D7E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803" y="29618332"/>
            <a:ext cx="13390986" cy="190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E54339-288E-65E2-2B97-A00F1A86EFD8}"/>
              </a:ext>
            </a:extLst>
          </p:cNvPr>
          <p:cNvSpPr txBox="1"/>
          <p:nvPr/>
        </p:nvSpPr>
        <p:spPr>
          <a:xfrm>
            <a:off x="7136544" y="12023224"/>
            <a:ext cx="2127371" cy="474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97" b="1" dirty="0"/>
              <a:t>Apulia WDN </a:t>
            </a:r>
            <a:r>
              <a:rPr lang="en-US" sz="2497" baseline="30000" dirty="0"/>
              <a:t>[4]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75B9F84-6CF4-9C9F-699D-B8D36A128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852" y="7311331"/>
            <a:ext cx="7024329" cy="467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20CF5C47-6191-C21A-9126-DF0461C8A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694" y="19114349"/>
            <a:ext cx="3912306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D24AE0EC-4C41-95F2-3835-E5183B502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5412" y="22481373"/>
            <a:ext cx="3911008" cy="291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F89AFF-0B59-B2F4-1B6F-67BD71415D4C}"/>
              </a:ext>
            </a:extLst>
          </p:cNvPr>
          <p:cNvSpPr txBox="1"/>
          <p:nvPr/>
        </p:nvSpPr>
        <p:spPr>
          <a:xfrm>
            <a:off x="11037190" y="25510262"/>
            <a:ext cx="3638432" cy="47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97" b="1" dirty="0"/>
              <a:t>Kentucky WDN , s = 153 </a:t>
            </a:r>
            <a:r>
              <a:rPr lang="en-US" sz="2497" baseline="30000" dirty="0"/>
              <a:t>[4]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760954-C048-8DB9-6A5F-581FED51FD9E}"/>
              </a:ext>
            </a:extLst>
          </p:cNvPr>
          <p:cNvSpPr txBox="1"/>
          <p:nvPr/>
        </p:nvSpPr>
        <p:spPr>
          <a:xfrm>
            <a:off x="11232757" y="21895615"/>
            <a:ext cx="3247299" cy="47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97" b="1" dirty="0"/>
              <a:t>Fossolo WDN , s = 37 </a:t>
            </a:r>
            <a:r>
              <a:rPr lang="en-US" sz="2497" baseline="30000" dirty="0"/>
              <a:t>[4]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52A1FF3-43EE-30D1-9BE0-5226C4669381}"/>
              </a:ext>
            </a:extLst>
          </p:cNvPr>
          <p:cNvCxnSpPr>
            <a:cxnSpLocks/>
          </p:cNvCxnSpPr>
          <p:nvPr/>
        </p:nvCxnSpPr>
        <p:spPr>
          <a:xfrm flipV="1">
            <a:off x="9953048" y="18770858"/>
            <a:ext cx="0" cy="7153317"/>
          </a:xfrm>
          <a:prstGeom prst="line">
            <a:avLst/>
          </a:prstGeom>
          <a:ln w="57150">
            <a:solidFill>
              <a:srgbClr val="BBAA8A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ight Brace 46">
            <a:extLst>
              <a:ext uri="{FF2B5EF4-FFF2-40B4-BE49-F238E27FC236}">
                <a16:creationId xmlns:a16="http://schemas.microsoft.com/office/drawing/2014/main" id="{BF8E22A5-C847-42EB-7D3E-F134D2A4B643}"/>
              </a:ext>
            </a:extLst>
          </p:cNvPr>
          <p:cNvSpPr/>
          <p:nvPr/>
        </p:nvSpPr>
        <p:spPr>
          <a:xfrm>
            <a:off x="8655877" y="27166676"/>
            <a:ext cx="536174" cy="126284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F3885C-5C6F-378B-91B8-40AA57EDE687}"/>
              </a:ext>
            </a:extLst>
          </p:cNvPr>
          <p:cNvSpPr txBox="1"/>
          <p:nvPr/>
        </p:nvSpPr>
        <p:spPr>
          <a:xfrm>
            <a:off x="9426050" y="27656336"/>
            <a:ext cx="2485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Heuristic</a:t>
            </a:r>
            <a:r>
              <a:rPr lang="en-US" sz="2400" b="1" dirty="0"/>
              <a:t> Solvers</a:t>
            </a:r>
            <a:endParaRPr lang="en-US" sz="2400" baseline="30000" dirty="0"/>
          </a:p>
        </p:txBody>
      </p:sp>
      <p:pic>
        <p:nvPicPr>
          <p:cNvPr id="39" name="Imagen 21" descr="Código QR&#10;&#10;Descripción generada automáticamente">
            <a:extLst>
              <a:ext uri="{FF2B5EF4-FFF2-40B4-BE49-F238E27FC236}">
                <a16:creationId xmlns:a16="http://schemas.microsoft.com/office/drawing/2014/main" id="{4AA66F80-85D7-76F8-7EEA-AFD31B05C84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02" y="820758"/>
            <a:ext cx="2850920" cy="277650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976CDB9-5BE2-9E78-701C-7EA6B598B6B7}"/>
              </a:ext>
            </a:extLst>
          </p:cNvPr>
          <p:cNvPicPr>
            <a:picLocks noChangeAspect="1"/>
          </p:cNvPicPr>
          <p:nvPr/>
        </p:nvPicPr>
        <p:blipFill>
          <a:blip r:embed="rId4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853915" y="19107833"/>
            <a:ext cx="4242526" cy="2911819"/>
          </a:xfrm>
          <a:prstGeom prst="rect">
            <a:avLst/>
          </a:prstGeom>
        </p:spPr>
      </p:pic>
      <p:sp>
        <p:nvSpPr>
          <p:cNvPr id="61" name="Google Shape;193;p25">
            <a:extLst>
              <a:ext uri="{FF2B5EF4-FFF2-40B4-BE49-F238E27FC236}">
                <a16:creationId xmlns:a16="http://schemas.microsoft.com/office/drawing/2014/main" id="{EEAD7691-0469-0DFC-EC73-88BF78807B01}"/>
              </a:ext>
            </a:extLst>
          </p:cNvPr>
          <p:cNvSpPr/>
          <p:nvPr/>
        </p:nvSpPr>
        <p:spPr>
          <a:xfrm>
            <a:off x="29720554" y="4421194"/>
            <a:ext cx="13721720" cy="20287961"/>
          </a:xfrm>
          <a:prstGeom prst="round2SameRect">
            <a:avLst>
              <a:gd name="adj1" fmla="val 6283"/>
              <a:gd name="adj2" fmla="val 4478"/>
            </a:avLst>
          </a:prstGeom>
          <a:solidFill>
            <a:schemeClr val="lt1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2497" b="1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rPr>
              <a:t>f</a:t>
            </a:r>
            <a:endParaRPr lang="en-US" sz="2497" b="1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mbria"/>
              <a:sym typeface="Cambria"/>
            </a:endParaRPr>
          </a:p>
        </p:txBody>
      </p:sp>
      <p:sp>
        <p:nvSpPr>
          <p:cNvPr id="62" name="Google Shape;169;p25">
            <a:extLst>
              <a:ext uri="{FF2B5EF4-FFF2-40B4-BE49-F238E27FC236}">
                <a16:creationId xmlns:a16="http://schemas.microsoft.com/office/drawing/2014/main" id="{637901F1-5145-5C40-D380-52135BE4A5C5}"/>
              </a:ext>
            </a:extLst>
          </p:cNvPr>
          <p:cNvSpPr/>
          <p:nvPr/>
        </p:nvSpPr>
        <p:spPr>
          <a:xfrm>
            <a:off x="29717603" y="4284627"/>
            <a:ext cx="13721720" cy="96331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BAA8A"/>
          </a:solidFill>
          <a:ln w="25400" cap="flat" cmpd="sng">
            <a:solidFill>
              <a:srgbClr val="5151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321" tIns="50160" rIns="100321" bIns="50160" anchor="ctr" anchorCtr="0">
            <a:noAutofit/>
          </a:bodyPr>
          <a:lstStyle/>
          <a:p>
            <a:pPr algn="ctr"/>
            <a:r>
              <a:rPr lang="en-US" sz="4226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Cambria"/>
                <a:sym typeface="Cambria"/>
              </a:rPr>
              <a:t>Results</a:t>
            </a:r>
            <a:endParaRPr lang="en-US" sz="4226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82A06D7B-96A1-9C48-4549-3AEE9400A74C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0926065" y="4702489"/>
            <a:ext cx="2143592" cy="338462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020F3E2D-ECF6-5A62-DF0F-C05FEB341EC4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8556028" y="4522005"/>
            <a:ext cx="1799911" cy="620138"/>
          </a:xfrm>
          <a:prstGeom prst="rect">
            <a:avLst/>
          </a:prstGeom>
        </p:spPr>
      </p:pic>
      <p:pic>
        <p:nvPicPr>
          <p:cNvPr id="131" name="Picture 130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F88ADC82-0142-3DB6-F2EE-8C2B91A79CB2}"/>
              </a:ext>
            </a:extLst>
          </p:cNvPr>
          <p:cNvPicPr>
            <a:picLocks noChangeAspect="1"/>
          </p:cNvPicPr>
          <p:nvPr/>
        </p:nvPicPr>
        <p:blipFill>
          <a:blip r:embed="rId4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4679" y="12096119"/>
            <a:ext cx="11254609" cy="5597413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43AC1137-232F-5DAB-5358-FFED22B4F52A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8180945" y="17508671"/>
            <a:ext cx="5224034" cy="3929860"/>
          </a:xfrm>
          <a:prstGeom prst="rect">
            <a:avLst/>
          </a:prstGeom>
        </p:spPr>
      </p:pic>
      <p:pic>
        <p:nvPicPr>
          <p:cNvPr id="133" name="Picture 2">
            <a:extLst>
              <a:ext uri="{FF2B5EF4-FFF2-40B4-BE49-F238E27FC236}">
                <a16:creationId xmlns:a16="http://schemas.microsoft.com/office/drawing/2014/main" id="{5F31174C-EEAD-ECF0-3464-8DEE40425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7214" y="17828238"/>
            <a:ext cx="8601043" cy="650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1F2C7103-C4A8-CFD8-C846-28D707075D03}"/>
              </a:ext>
            </a:extLst>
          </p:cNvPr>
          <p:cNvSpPr txBox="1"/>
          <p:nvPr/>
        </p:nvSpPr>
        <p:spPr>
          <a:xfrm>
            <a:off x="38381984" y="21508054"/>
            <a:ext cx="521554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Roboto"/>
                <a:ea typeface="Roboto"/>
                <a:cs typeface="Roboto"/>
              </a:rPr>
              <a:t>Embedding for </a:t>
            </a:r>
            <a:r>
              <a:rPr lang="en-US" sz="2400" b="1" dirty="0">
                <a:latin typeface="Roboto"/>
                <a:ea typeface="Roboto"/>
                <a:cs typeface="Roboto"/>
              </a:rPr>
              <a:t>Zhi Jiang</a:t>
            </a:r>
            <a:r>
              <a:rPr lang="en-US" sz="2400" dirty="0">
                <a:latin typeface="Roboto"/>
                <a:ea typeface="Roboto"/>
                <a:cs typeface="Roboto"/>
              </a:rPr>
              <a:t> WDN on </a:t>
            </a:r>
          </a:p>
          <a:p>
            <a:r>
              <a:rPr lang="en-US" sz="2400" dirty="0">
                <a:latin typeface="Roboto"/>
                <a:ea typeface="Roboto"/>
                <a:cs typeface="Roboto"/>
              </a:rPr>
              <a:t>D-Wave Advantage 4.1 </a:t>
            </a:r>
            <a:r>
              <a:rPr lang="en-US" sz="2400" b="1" dirty="0">
                <a:latin typeface="Roboto"/>
                <a:ea typeface="Roboto"/>
                <a:cs typeface="Roboto"/>
              </a:rPr>
              <a:t>Nodes</a:t>
            </a:r>
            <a:r>
              <a:rPr lang="en-US" sz="2400" dirty="0">
                <a:latin typeface="Roboto"/>
                <a:ea typeface="Roboto"/>
                <a:cs typeface="Roboto"/>
              </a:rPr>
              <a:t> = </a:t>
            </a:r>
            <a:r>
              <a:rPr lang="en-US" sz="2400" b="1" dirty="0">
                <a:latin typeface="Roboto"/>
                <a:ea typeface="Roboto"/>
                <a:cs typeface="Roboto"/>
              </a:rPr>
              <a:t>114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6ABB4F2-8A55-CC06-1CAE-EC5C5EA011DD}"/>
              </a:ext>
            </a:extLst>
          </p:cNvPr>
          <p:cNvSpPr txBox="1"/>
          <p:nvPr/>
        </p:nvSpPr>
        <p:spPr>
          <a:xfrm>
            <a:off x="29489012" y="26081445"/>
            <a:ext cx="735788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 err="1"/>
              <a:t>Gurobi’s</a:t>
            </a:r>
            <a:r>
              <a:rPr lang="en-US" sz="2200" b="1" dirty="0"/>
              <a:t> MIP formulation</a:t>
            </a:r>
            <a:r>
              <a:rPr lang="en-US" sz="2200" dirty="0"/>
              <a:t> remains the most </a:t>
            </a:r>
            <a:r>
              <a:rPr lang="en-US" sz="2200" b="1" dirty="0"/>
              <a:t>effective</a:t>
            </a:r>
            <a:r>
              <a:rPr lang="en-US" sz="2200" dirty="0"/>
              <a:t> solver in terms of optimality guarantees, regardless of </a:t>
            </a:r>
            <a:r>
              <a:rPr lang="en-US" sz="2200" b="1" dirty="0"/>
              <a:t>WDN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Tabu Search</a:t>
            </a:r>
            <a:r>
              <a:rPr lang="en-US" sz="2400" dirty="0"/>
              <a:t> yielded the next best near-global optimal solution, followed by </a:t>
            </a:r>
            <a:r>
              <a:rPr lang="en-US" sz="2400" b="1" dirty="0"/>
              <a:t>Simulated Annealing</a:t>
            </a:r>
            <a:r>
              <a:rPr lang="en-US" sz="2400" dirty="0"/>
              <a:t>. While both Simulated and </a:t>
            </a:r>
            <a:r>
              <a:rPr lang="en-US" sz="2400" b="1" dirty="0"/>
              <a:t>Quantum Annealing</a:t>
            </a:r>
            <a:r>
              <a:rPr lang="en-US" sz="2400" dirty="0"/>
              <a:t> found feasible solutions, most samples from Quantum Annealing were </a:t>
            </a:r>
            <a:r>
              <a:rPr lang="en-US" sz="2400" b="1" dirty="0"/>
              <a:t>infeasible</a:t>
            </a:r>
            <a:r>
              <a:rPr lang="en-US" sz="2400" dirty="0"/>
              <a:t>, constrained by the </a:t>
            </a:r>
            <a:r>
              <a:rPr lang="en-US" sz="2400" b="1" dirty="0"/>
              <a:t>feasibility boundary</a:t>
            </a:r>
            <a:r>
              <a:rPr lang="en-US" sz="2400" dirty="0"/>
              <a:t>.</a:t>
            </a:r>
            <a:endParaRPr lang="en-US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Hybrid</a:t>
            </a:r>
            <a:r>
              <a:rPr lang="en-US" sz="2400" dirty="0"/>
              <a:t> solver mainly uses </a:t>
            </a:r>
            <a:r>
              <a:rPr lang="en-US" sz="2400" b="1" dirty="0"/>
              <a:t>classical</a:t>
            </a:r>
            <a:r>
              <a:rPr lang="en-US" sz="2400" dirty="0"/>
              <a:t> techniques and performs better on </a:t>
            </a:r>
            <a:r>
              <a:rPr lang="en-US" sz="2400" b="1" dirty="0"/>
              <a:t>larger</a:t>
            </a:r>
            <a:r>
              <a:rPr lang="en-US" sz="2400" dirty="0"/>
              <a:t> problem instances.</a:t>
            </a:r>
            <a:endParaRPr lang="en-US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Future work will explore </a:t>
            </a:r>
            <a:r>
              <a:rPr lang="en-US" sz="2400" b="1" dirty="0"/>
              <a:t>decomposition methods</a:t>
            </a:r>
            <a:r>
              <a:rPr lang="en-US" sz="2400" dirty="0"/>
              <a:t>, such as graph partitioning via divide-and-conquer, to address scalability.</a:t>
            </a:r>
            <a:endParaRPr lang="en-US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Other quantum optimization methods, including </a:t>
            </a:r>
            <a:r>
              <a:rPr lang="en-US" sz="2400" b="1" dirty="0"/>
              <a:t>QAOA</a:t>
            </a:r>
            <a:r>
              <a:rPr lang="en-US" sz="2400" dirty="0"/>
              <a:t>, will be benchmarked using decomposition strategies and </a:t>
            </a:r>
            <a:r>
              <a:rPr lang="en-US" sz="2400" b="1" dirty="0"/>
              <a:t>GPU acceleration</a:t>
            </a:r>
            <a:r>
              <a:rPr lang="en-US" sz="2400" dirty="0"/>
              <a:t>.</a:t>
            </a:r>
            <a:endParaRPr lang="en-US" sz="2200" dirty="0"/>
          </a:p>
        </p:txBody>
      </p:sp>
      <p:pic>
        <p:nvPicPr>
          <p:cNvPr id="154" name="Picture 15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245C5D54-3371-B1F7-268F-E2475DA65C7C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1103" y="26335340"/>
            <a:ext cx="2119600" cy="21196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EFBE87A-3943-9CE9-B2C0-ED591F5D8C30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0142837" y="5499105"/>
            <a:ext cx="13057341" cy="6380167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82135027-5BCC-E1AF-2A11-39C9DFB1CA71}"/>
              </a:ext>
            </a:extLst>
          </p:cNvPr>
          <p:cNvSpPr/>
          <p:nvPr/>
        </p:nvSpPr>
        <p:spPr>
          <a:xfrm>
            <a:off x="38034580" y="6818032"/>
            <a:ext cx="4281820" cy="1672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5B478D6-3091-7AB7-680A-06EB3455DE0E}"/>
              </a:ext>
            </a:extLst>
          </p:cNvPr>
          <p:cNvSpPr/>
          <p:nvPr/>
        </p:nvSpPr>
        <p:spPr>
          <a:xfrm>
            <a:off x="38034580" y="7946234"/>
            <a:ext cx="4315688" cy="1865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D64555-0362-2C27-AA1B-462ECB591A1D}"/>
              </a:ext>
            </a:extLst>
          </p:cNvPr>
          <p:cNvSpPr/>
          <p:nvPr/>
        </p:nvSpPr>
        <p:spPr>
          <a:xfrm>
            <a:off x="38034579" y="9142931"/>
            <a:ext cx="4298753" cy="1678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9E01C35-3C32-D02D-69DA-EE9305625092}"/>
              </a:ext>
            </a:extLst>
          </p:cNvPr>
          <p:cNvSpPr/>
          <p:nvPr/>
        </p:nvSpPr>
        <p:spPr>
          <a:xfrm>
            <a:off x="38034580" y="10318490"/>
            <a:ext cx="4281820" cy="1672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77C067-8004-5321-51AB-974AB359BB98}"/>
              </a:ext>
            </a:extLst>
          </p:cNvPr>
          <p:cNvSpPr/>
          <p:nvPr/>
        </p:nvSpPr>
        <p:spPr>
          <a:xfrm>
            <a:off x="38034580" y="11450012"/>
            <a:ext cx="4280508" cy="167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76AA24E-27C1-ACC8-6F74-3FACADBC81D1}"/>
              </a:ext>
            </a:extLst>
          </p:cNvPr>
          <p:cNvSpPr txBox="1"/>
          <p:nvPr/>
        </p:nvSpPr>
        <p:spPr>
          <a:xfrm>
            <a:off x="12765728" y="25916601"/>
            <a:ext cx="12954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QR to Code</a:t>
            </a:r>
            <a:endParaRPr lang="en-US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38562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16301</TotalTime>
  <Words>1163</Words>
  <Application>Microsoft Office PowerPoint</Application>
  <PresentationFormat>Custom</PresentationFormat>
  <Paragraphs>162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Anurag Ramesh</dc:creator>
  <cp:lastModifiedBy>Anurag Ramesh</cp:lastModifiedBy>
  <cp:revision>331</cp:revision>
  <dcterms:created xsi:type="dcterms:W3CDTF">2024-07-27T20:44:49Z</dcterms:created>
  <dcterms:modified xsi:type="dcterms:W3CDTF">2025-10-17T20:24:10Z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2025-05-20T14:42:15Z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510718b3-2b26-49f7-bdf5-ed439488e49d</vt:lpwstr>
  </property>
  <property fmtid="{D5CDD505-2E9C-101B-9397-08002B2CF9AE}" pid="8" name="MSIP_Label_f7606f69-b0ae-4874-be30-7d43a3c7be10_ContentBits">
    <vt:lpwstr>0</vt:lpwstr>
  </property>
</Properties>
</file>